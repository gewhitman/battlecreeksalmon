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724" r:id="rId2"/>
    <p:sldId id="727" r:id="rId3"/>
    <p:sldId id="728" r:id="rId4"/>
    <p:sldId id="730" r:id="rId5"/>
    <p:sldId id="754" r:id="rId6"/>
    <p:sldId id="729" r:id="rId7"/>
    <p:sldId id="731" r:id="rId8"/>
    <p:sldId id="753" r:id="rId9"/>
  </p:sldIdLst>
  <p:sldSz cx="9183688" cy="5165725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7" userDrawn="1">
          <p15:clr>
            <a:srgbClr val="A4A3A4"/>
          </p15:clr>
        </p15:guide>
        <p15:guide id="2" pos="2893" userDrawn="1">
          <p15:clr>
            <a:srgbClr val="A4A3A4"/>
          </p15:clr>
        </p15:guide>
        <p15:guide id="3" pos="1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  <a:srgbClr val="454545"/>
    <a:srgbClr val="4472C4"/>
    <a:srgbClr val="001347"/>
    <a:srgbClr val="99FF66"/>
    <a:srgbClr val="0080BB"/>
    <a:srgbClr val="DB4A0A"/>
    <a:srgbClr val="FFFF00"/>
    <a:srgbClr val="3366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7" autoAdjust="0"/>
    <p:restoredTop sz="94660"/>
  </p:normalViewPr>
  <p:slideViewPr>
    <p:cSldViewPr snapToGrid="0" showGuides="1">
      <p:cViewPr varScale="1">
        <p:scale>
          <a:sx n="149" d="100"/>
          <a:sy n="149" d="100"/>
        </p:scale>
        <p:origin x="531" y="54"/>
      </p:cViewPr>
      <p:guideLst>
        <p:guide orient="horz" pos="1627"/>
        <p:guide pos="2893"/>
        <p:guide pos="15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7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elvetica Neue Ligh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723351-AC8C-4359-9DD8-584D5AAA23DC}" type="datetimeFigureOut">
              <a:rPr lang="en-US" smtClean="0">
                <a:latin typeface="Helvetica Neue Light"/>
              </a:rPr>
              <a:t>2/21/2024</a:t>
            </a:fld>
            <a:endParaRPr lang="en-US" dirty="0">
              <a:latin typeface="Helvetica Neue Ligh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elvetica Neue Ligh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76B8E-A442-4C5E-B8DC-CFEE26DF9D24}" type="slidenum">
              <a:rPr lang="en-US" smtClean="0">
                <a:latin typeface="Helvetica Neue Light"/>
              </a:rPr>
              <a:t>‹#›</a:t>
            </a:fld>
            <a:endParaRPr lang="en-US" dirty="0">
              <a:latin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1044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Helvetica Neue Ligh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Helvetica Neue Light"/>
              </a:defRPr>
            </a:lvl1pPr>
          </a:lstStyle>
          <a:p>
            <a:fld id="{9C36A57C-F8D5-45BA-83BE-8582A846BC0B}" type="datetimeFigureOut">
              <a:rPr lang="en-US" smtClean="0"/>
              <a:pPr/>
              <a:t>2/20/2024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Helvetica Neue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Helvetica Neue Light"/>
              </a:defRPr>
            </a:lvl1pPr>
          </a:lstStyle>
          <a:p>
            <a:fld id="{0CB2D999-B9DF-495C-B2C9-0EE37DC0924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Helvetica Neue Ligh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Helvetica Neue Ligh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Helvetica Neue Ligh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Helvetica Neue Ligh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Helvetica Neue Ligh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165600" y="365202"/>
            <a:ext cx="4703933" cy="2387600"/>
          </a:xfrm>
        </p:spPr>
        <p:txBody>
          <a:bodyPr anchor="ctr"/>
          <a:lstStyle>
            <a:lvl1pPr algn="r">
              <a:defRPr sz="440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/>
          </p:nvPr>
        </p:nvSpPr>
        <p:spPr>
          <a:xfrm>
            <a:off x="2550366" y="2870070"/>
            <a:ext cx="6319167" cy="1144252"/>
          </a:xfrm>
        </p:spPr>
        <p:txBody>
          <a:bodyPr anchor="ctr"/>
          <a:lstStyle>
            <a:lvl1pPr marL="0" indent="0" algn="r">
              <a:buNone/>
              <a:defRPr sz="240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3220244" y="488032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C3DE79D3-AEC5-4175-86F9-D942A338B940}" type="datetimeFigureOut">
              <a:rPr lang="en-US" smtClean="0"/>
              <a:pPr/>
              <a:t>2/20/2024</a:t>
            </a:fld>
            <a:endParaRPr lang="en-US" dirty="0"/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56" y="475135"/>
            <a:ext cx="2258098" cy="47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00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38" y="982133"/>
            <a:ext cx="8229601" cy="3551145"/>
          </a:xfrm>
        </p:spPr>
        <p:txBody>
          <a:bodyPr vert="horz" lIns="0" tIns="0" rIns="0" bIns="0" rtlCol="0">
            <a:normAutofit/>
          </a:bodyPr>
          <a:lstStyle>
            <a:lvl1pP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9166" indent="-226394">
              <a:buClr>
                <a:srgbClr val="0070C0"/>
              </a:buClr>
              <a:buFont typeface="Arial" panose="020B0604020202020204" pitchFamily="34" charset="0"/>
              <a:buChar char="•"/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801947" indent="-226394">
              <a:buClr>
                <a:srgbClr val="0070C0"/>
              </a:buClr>
              <a:buFont typeface="Arial" panose="020B0604020202020204" pitchFamily="34" charset="0"/>
              <a:buChar char="•"/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51104" indent="-232772">
              <a:buClr>
                <a:srgbClr val="0070C0"/>
              </a:buClr>
              <a:buFont typeface="Arial" panose="020B0604020202020204" pitchFamily="34" charset="0"/>
              <a:buChar char="•"/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93884" indent="-232772">
              <a:buClr>
                <a:srgbClr val="0070C0"/>
              </a:buClr>
              <a:buFont typeface="Arial" panose="020B0604020202020204" pitchFamily="34" charset="0"/>
              <a:buChar char="•"/>
              <a:def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0" y="4915307"/>
            <a:ext cx="343243" cy="246221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2664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2"/>
          <p:cNvSpPr>
            <a:spLocks noGrp="1" noChangeArrowheads="1"/>
          </p:cNvSpPr>
          <p:nvPr>
            <p:ph idx="1"/>
          </p:nvPr>
        </p:nvSpPr>
        <p:spPr bwMode="auto">
          <a:xfrm>
            <a:off x="477838" y="754064"/>
            <a:ext cx="3896652" cy="381548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sz="16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9166" indent="-226394">
              <a:buClr>
                <a:srgbClr val="0070C0"/>
              </a:buClr>
              <a:buFont typeface="Arial" panose="020B0604020202020204" pitchFamily="34" charset="0"/>
              <a:buChar char="•"/>
              <a:defRPr lang="en-US" sz="14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801947" indent="-226394">
              <a:buClr>
                <a:srgbClr val="0070C0"/>
              </a:buClr>
              <a:buFont typeface="Arial" panose="020B0604020202020204" pitchFamily="34" charset="0"/>
              <a:buChar char="•"/>
              <a:defRPr lang="en-US" sz="12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51104" indent="-232772">
              <a:buClr>
                <a:srgbClr val="0070C0"/>
              </a:buClr>
              <a:buFont typeface="Arial" panose="020B0604020202020204" pitchFamily="34" charset="0"/>
              <a:buChar char="•"/>
              <a:defRPr lang="en-US" sz="11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93884" indent="-232772">
              <a:buClr>
                <a:srgbClr val="0070C0"/>
              </a:buClr>
              <a:buFont typeface="Arial" panose="020B0604020202020204" pitchFamily="34" charset="0"/>
              <a:buChar char="•"/>
              <a:defRPr lang="en-US" sz="11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22"/>
          <p:cNvSpPr>
            <a:spLocks noGrp="1" noChangeArrowheads="1"/>
          </p:cNvSpPr>
          <p:nvPr>
            <p:ph idx="10"/>
          </p:nvPr>
        </p:nvSpPr>
        <p:spPr bwMode="auto">
          <a:xfrm>
            <a:off x="4813402" y="754064"/>
            <a:ext cx="3894036" cy="38154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sz="16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459166" indent="-226394">
              <a:buClr>
                <a:srgbClr val="0070C0"/>
              </a:buClr>
              <a:buFont typeface="Arial" panose="020B0604020202020204" pitchFamily="34" charset="0"/>
              <a:buChar char="•"/>
              <a:defRPr lang="en-US" sz="14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801947" indent="-226394">
              <a:buClr>
                <a:srgbClr val="0070C0"/>
              </a:buClr>
              <a:buFont typeface="Arial" panose="020B0604020202020204" pitchFamily="34" charset="0"/>
              <a:buChar char="•"/>
              <a:defRPr lang="en-US" sz="12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151104" indent="-232772">
              <a:buClr>
                <a:srgbClr val="0070C0"/>
              </a:buClr>
              <a:buFont typeface="Arial" panose="020B0604020202020204" pitchFamily="34" charset="0"/>
              <a:buChar char="•"/>
              <a:defRPr lang="en-US" sz="11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493884" indent="-232772">
              <a:buClr>
                <a:srgbClr val="0070C0"/>
              </a:buClr>
              <a:buFont typeface="Arial" panose="020B0604020202020204" pitchFamily="34" charset="0"/>
              <a:buChar char="•"/>
              <a:defRPr lang="en-US" sz="110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6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87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5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able Placeholder 3"/>
          <p:cNvSpPr>
            <a:spLocks noGrp="1"/>
          </p:cNvSpPr>
          <p:nvPr>
            <p:ph type="tbl" sz="quarter" idx="12"/>
          </p:nvPr>
        </p:nvSpPr>
        <p:spPr>
          <a:xfrm>
            <a:off x="249238" y="2617272"/>
            <a:ext cx="8686800" cy="1946791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77838" y="754063"/>
            <a:ext cx="8229600" cy="1863209"/>
          </a:xfrm>
        </p:spPr>
        <p:txBody>
          <a:bodyPr vert="horz" lIns="0" tIns="0" rIns="0" bIns="0" rtlCol="0">
            <a:normAutofit/>
          </a:bodyPr>
          <a:lstStyle>
            <a:lvl1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>
              <a:buClr>
                <a:srgbClr val="DB4A0A"/>
              </a:buClr>
              <a:defRPr lang="en-US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63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&amp; horiz ima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2"/>
          <p:cNvSpPr>
            <a:spLocks noGrp="1" noChangeArrowheads="1"/>
          </p:cNvSpPr>
          <p:nvPr>
            <p:ph idx="1"/>
          </p:nvPr>
        </p:nvSpPr>
        <p:spPr bwMode="auto">
          <a:xfrm>
            <a:off x="477838" y="754063"/>
            <a:ext cx="8229600" cy="23320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0" y="3179901"/>
            <a:ext cx="2908168" cy="1377527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137760" y="3179901"/>
            <a:ext cx="2908168" cy="1377527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6275520" y="3179901"/>
            <a:ext cx="2908168" cy="1377527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42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&amp; ver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5204090" y="631366"/>
            <a:ext cx="3979598" cy="4247374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22"/>
          <p:cNvSpPr>
            <a:spLocks noGrp="1" noChangeArrowheads="1"/>
          </p:cNvSpPr>
          <p:nvPr>
            <p:ph idx="1"/>
          </p:nvPr>
        </p:nvSpPr>
        <p:spPr bwMode="auto">
          <a:xfrm>
            <a:off x="477838" y="754063"/>
            <a:ext cx="4665585" cy="38099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Clr>
                <a:srgbClr val="DB4A0A"/>
              </a:buClr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>
              <a:buClr>
                <a:srgbClr val="DB4A0A"/>
              </a:buClr>
              <a:defRPr lang="en-US" sz="1600" noProof="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>
              <a:buClr>
                <a:srgbClr val="DB4A0A"/>
              </a:buClr>
              <a:defRPr lang="en-US" baseline="0" noProof="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>
              <a:buClr>
                <a:srgbClr val="DB4A0A"/>
              </a:buClr>
              <a:defRPr lang="en-US" baseline="0" noProof="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>
              <a:buClr>
                <a:srgbClr val="DB4A0A"/>
              </a:buClr>
              <a:defRPr lang="en-US" baseline="0" noProof="0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1347"/>
              </a:solidFill>
              <a:effectLst/>
              <a:uLnTx/>
              <a:uFillTx/>
              <a:latin typeface="Helvetica Neue Ligh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48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838" y="754063"/>
            <a:ext cx="8229600" cy="3810000"/>
          </a:xfrm>
        </p:spPr>
        <p:txBody>
          <a:bodyPr vert="horz" lIns="0" tIns="0" rIns="0" bIns="0" rtlCol="0">
            <a:normAutofit/>
          </a:bodyPr>
          <a:lstStyle>
            <a:lvl1pPr marL="344488" indent="-344488">
              <a:buClr>
                <a:srgbClr val="DB4A0A"/>
              </a:buClr>
              <a:buFont typeface="+mj-lt"/>
              <a:buAutoNum type="arabicPeriod"/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687388" indent="-227013">
              <a:buClr>
                <a:srgbClr val="DB4A0A"/>
              </a:buClr>
              <a:buFont typeface="+mj-lt"/>
              <a:buAutoNum type="alphaLcPeriod"/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031875" indent="-234950">
              <a:buClr>
                <a:srgbClr val="DB4A0A"/>
              </a:buClr>
              <a:buFont typeface="+mj-lt"/>
              <a:buAutoNum type="romanLcPeriod"/>
              <a:defRPr lang="en-US" dirty="0" smtClean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374775" indent="-233363">
              <a:buFont typeface="+mj-lt"/>
              <a:buAutoNum type="arabicPeriod"/>
              <a:defRPr lang="en-US" dirty="0" smtClean="0"/>
            </a:lvl4pPr>
            <a:lvl5pPr marL="1711325" indent="-227013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47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83688" cy="3386420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4037051" y="4914987"/>
            <a:ext cx="1109599" cy="246862"/>
          </a:xfrm>
        </p:spPr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54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CE3D0A1-E4C5-48CA-BC9A-2E64C16B4D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57"/>
          <a:stretch/>
        </p:blipFill>
        <p:spPr>
          <a:xfrm>
            <a:off x="0" y="0"/>
            <a:ext cx="5336275" cy="516572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CA3F3D-40F8-4F20-AD18-07CC96039445}"/>
              </a:ext>
            </a:extLst>
          </p:cNvPr>
          <p:cNvSpPr/>
          <p:nvPr userDrawn="1"/>
        </p:nvSpPr>
        <p:spPr>
          <a:xfrm>
            <a:off x="-1" y="0"/>
            <a:ext cx="9183689" cy="516572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9239" y="101603"/>
            <a:ext cx="8458200" cy="529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marL="0" lvl="0" indent="0" fontAlgn="base"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7837" y="754063"/>
            <a:ext cx="8229601" cy="37769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051" y="4914987"/>
            <a:ext cx="1109599" cy="24686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lang="en-US" sz="1004" b="0" kern="120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dirty="0"/>
              <a:t>ESL Confidential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7693" y="4582661"/>
            <a:ext cx="1930903" cy="40559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" y="4915307"/>
            <a:ext cx="343243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lang="en-US" sz="1004" b="0" kern="1200" smtClean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fld id="{A6507C01-C1B2-4ABE-BF2D-D59E4039736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11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  <p:sldLayoutId id="2147483680" r:id="rId4"/>
    <p:sldLayoutId id="2147483676" r:id="rId5"/>
    <p:sldLayoutId id="2147483681" r:id="rId6"/>
    <p:sldLayoutId id="2147483677" r:id="rId7"/>
    <p:sldLayoutId id="2147483678" r:id="rId8"/>
    <p:sldLayoutId id="2147483683" r:id="rId9"/>
    <p:sldLayoutId id="2147483682" r:id="rId10"/>
  </p:sldLayoutIdLst>
  <p:hf hdr="0" dt="0"/>
  <p:txStyles>
    <p:titleStyle>
      <a:lvl1pPr algn="l" defTabSz="688749" rtl="0" eaLnBrk="1" latinLnBrk="0" hangingPunct="1">
        <a:lnSpc>
          <a:spcPct val="90000"/>
        </a:lnSpc>
        <a:spcBef>
          <a:spcPct val="0"/>
        </a:spcBef>
        <a:buNone/>
        <a:defRPr lang="en-US" sz="3200" b="0" i="0" kern="1200" dirty="0">
          <a:solidFill>
            <a:srgbClr val="454545"/>
          </a:solidFill>
          <a:effectLst/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</p:titleStyle>
    <p:bodyStyle>
      <a:lvl1pPr marL="0" indent="0" algn="l" defTabSz="688749" rtl="0" eaLnBrk="1" latinLnBrk="0" hangingPunct="1">
        <a:lnSpc>
          <a:spcPct val="100000"/>
        </a:lnSpc>
        <a:spcBef>
          <a:spcPts val="1800"/>
        </a:spcBef>
        <a:buFont typeface="Arial" panose="020B0604020202020204" pitchFamily="34" charset="0"/>
        <a:buNone/>
        <a:defRPr lang="en-US" sz="1800" b="0" i="0" kern="1200" dirty="0" smtClean="0">
          <a:solidFill>
            <a:srgbClr val="454545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1pPr>
      <a:lvl2pPr marL="459166" indent="-226394" algn="l" defTabSz="688749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lang="en-US" sz="1600" b="0" i="0" kern="1200" dirty="0" smtClean="0">
          <a:solidFill>
            <a:srgbClr val="454545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2pPr>
      <a:lvl3pPr marL="801947" indent="-226394" algn="l" defTabSz="688749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HelveticaNeueLT Std" panose="020B0604020202020204" pitchFamily="34" charset="0"/>
        <a:buChar char="−"/>
        <a:defRPr lang="en-US" sz="1400" b="0" i="0" kern="1200" dirty="0" smtClean="0">
          <a:solidFill>
            <a:srgbClr val="454545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3pPr>
      <a:lvl4pPr marL="1151104" indent="-232772" algn="l" defTabSz="688749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Courier New" panose="02070309020205020404" pitchFamily="49" charset="0"/>
        <a:buChar char="o"/>
        <a:defRPr lang="en-US" sz="1200" b="0" i="0" kern="1200" dirty="0" smtClean="0">
          <a:solidFill>
            <a:srgbClr val="454545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4pPr>
      <a:lvl5pPr marL="1493884" indent="-232772" algn="l" defTabSz="688749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HelveticaNeueLT Std" panose="020B0604020202020204" pitchFamily="34" charset="0"/>
        <a:buChar char="»"/>
        <a:defRPr lang="en-US" sz="1200" b="0" i="0" kern="1200" dirty="0">
          <a:solidFill>
            <a:srgbClr val="454545"/>
          </a:solidFill>
          <a:latin typeface="Roboto Light" panose="02000000000000000000" pitchFamily="2" charset="0"/>
          <a:ea typeface="Roboto Light" panose="02000000000000000000" pitchFamily="2" charset="0"/>
          <a:cs typeface="Roboto Light" panose="02000000000000000000" pitchFamily="2" charset="0"/>
        </a:defRPr>
      </a:lvl5pPr>
      <a:lvl6pPr marL="1894060" indent="-172187" algn="l" defTabSz="688749" rtl="0" eaLnBrk="1" latinLnBrk="0" hangingPunct="1">
        <a:lnSpc>
          <a:spcPct val="90000"/>
        </a:lnSpc>
        <a:spcBef>
          <a:spcPts val="377"/>
        </a:spcBef>
        <a:buFont typeface="Arial" panose="020B0604020202020204" pitchFamily="34" charset="0"/>
        <a:buChar char="•"/>
        <a:defRPr sz="1356" kern="1200">
          <a:solidFill>
            <a:schemeClr val="tx1"/>
          </a:solidFill>
          <a:latin typeface="+mn-lt"/>
          <a:ea typeface="+mn-ea"/>
          <a:cs typeface="+mn-cs"/>
        </a:defRPr>
      </a:lvl6pPr>
      <a:lvl7pPr marL="2238434" indent="-172187" algn="l" defTabSz="688749" rtl="0" eaLnBrk="1" latinLnBrk="0" hangingPunct="1">
        <a:lnSpc>
          <a:spcPct val="90000"/>
        </a:lnSpc>
        <a:spcBef>
          <a:spcPts val="377"/>
        </a:spcBef>
        <a:buFont typeface="Arial" panose="020B0604020202020204" pitchFamily="34" charset="0"/>
        <a:buChar char="•"/>
        <a:defRPr sz="1356" kern="1200">
          <a:solidFill>
            <a:schemeClr val="tx1"/>
          </a:solidFill>
          <a:latin typeface="+mn-lt"/>
          <a:ea typeface="+mn-ea"/>
          <a:cs typeface="+mn-cs"/>
        </a:defRPr>
      </a:lvl7pPr>
      <a:lvl8pPr marL="2582809" indent="-172187" algn="l" defTabSz="688749" rtl="0" eaLnBrk="1" latinLnBrk="0" hangingPunct="1">
        <a:lnSpc>
          <a:spcPct val="90000"/>
        </a:lnSpc>
        <a:spcBef>
          <a:spcPts val="377"/>
        </a:spcBef>
        <a:buFont typeface="Arial" panose="020B0604020202020204" pitchFamily="34" charset="0"/>
        <a:buChar char="•"/>
        <a:defRPr sz="1356" kern="1200">
          <a:solidFill>
            <a:schemeClr val="tx1"/>
          </a:solidFill>
          <a:latin typeface="+mn-lt"/>
          <a:ea typeface="+mn-ea"/>
          <a:cs typeface="+mn-cs"/>
        </a:defRPr>
      </a:lvl8pPr>
      <a:lvl9pPr marL="2927183" indent="-172187" algn="l" defTabSz="688749" rtl="0" eaLnBrk="1" latinLnBrk="0" hangingPunct="1">
        <a:lnSpc>
          <a:spcPct val="90000"/>
        </a:lnSpc>
        <a:spcBef>
          <a:spcPts val="377"/>
        </a:spcBef>
        <a:buFont typeface="Arial" panose="020B0604020202020204" pitchFamily="34" charset="0"/>
        <a:buChar char="•"/>
        <a:defRPr sz="13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1pPr>
      <a:lvl2pPr marL="344374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2pPr>
      <a:lvl3pPr marL="688749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3pPr>
      <a:lvl4pPr marL="1033123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4pPr>
      <a:lvl5pPr marL="1377498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5pPr>
      <a:lvl6pPr marL="1721872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6pPr>
      <a:lvl7pPr marL="2066247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7pPr>
      <a:lvl8pPr marL="2410621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8pPr>
      <a:lvl9pPr marL="2754996" algn="l" defTabSz="688749" rtl="0" eaLnBrk="1" latinLnBrk="0" hangingPunct="1">
        <a:defRPr sz="13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A7245C-4727-A2D9-7223-A0B5DDD86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Aliasing occurs when the sampling period approaches the cycling period.</a:t>
            </a:r>
          </a:p>
          <a:p>
            <a:r>
              <a:rPr lang="en-US" sz="1400" dirty="0"/>
              <a:t>When ablated particulate reaching the ICPMS (mass transport) is washed out between shots of the laser a cycling period is created that matches the laser repetition rate.</a:t>
            </a:r>
          </a:p>
          <a:p>
            <a:r>
              <a:rPr lang="en-US" sz="1400" dirty="0"/>
              <a:t>You can only observe this on a TOF or using a quadrupole monitoring a single isotope.</a:t>
            </a:r>
          </a:p>
          <a:p>
            <a:r>
              <a:rPr lang="en-US" sz="1400" dirty="0"/>
              <a:t>If the quad sampling rate is out of sync then aliasing will occur.</a:t>
            </a:r>
          </a:p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4EC1E-EC1B-5397-AB22-4109B716E3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ESL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5CA79-9AF3-8A15-DACC-2F887FD7E4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12F38F-F49C-6978-4C64-A58C1669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Aliasing of Data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9BD1BEE-B791-F0E4-DD28-672ACBE583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380" b="36465"/>
          <a:stretch/>
        </p:blipFill>
        <p:spPr>
          <a:xfrm>
            <a:off x="853729" y="3180202"/>
            <a:ext cx="6993075" cy="107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7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808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65EAD1-B77A-FE9A-1ECD-8BDDE2D6D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100" y="982663"/>
            <a:ext cx="6993075" cy="35512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7542-A9AF-52CD-F578-9D614479D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5EC714-E474-A394-F669-05E57900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 Hz, 200 </a:t>
            </a:r>
            <a:r>
              <a:rPr lang="en-US" dirty="0" err="1"/>
              <a:t>ms</a:t>
            </a:r>
            <a:r>
              <a:rPr lang="en-US" dirty="0"/>
              <a:t> washout time, 87ms duty cycle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90AE7F-F4E6-2DA3-3EFC-AFC2F30712A5}"/>
              </a:ext>
            </a:extLst>
          </p:cNvPr>
          <p:cNvCxnSpPr/>
          <p:nvPr/>
        </p:nvCxnSpPr>
        <p:spPr>
          <a:xfrm>
            <a:off x="1182291" y="3955153"/>
            <a:ext cx="6847284" cy="0"/>
          </a:xfrm>
          <a:prstGeom prst="straightConnector1">
            <a:avLst/>
          </a:prstGeom>
          <a:ln w="19050">
            <a:solidFill>
              <a:srgbClr val="0013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A6367A-78E3-947E-C8FC-5788FCE36D33}"/>
              </a:ext>
            </a:extLst>
          </p:cNvPr>
          <p:cNvSpPr txBox="1"/>
          <p:nvPr/>
        </p:nvSpPr>
        <p:spPr>
          <a:xfrm>
            <a:off x="1065161" y="39551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387E7-3154-FF3F-C599-F31316208B13}"/>
              </a:ext>
            </a:extLst>
          </p:cNvPr>
          <p:cNvSpPr txBox="1"/>
          <p:nvPr/>
        </p:nvSpPr>
        <p:spPr>
          <a:xfrm>
            <a:off x="7774682" y="39551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560FC-A3D4-9E1D-6E1C-35C921107047}"/>
              </a:ext>
            </a:extLst>
          </p:cNvPr>
          <p:cNvSpPr/>
          <p:nvPr/>
        </p:nvSpPr>
        <p:spPr>
          <a:xfrm>
            <a:off x="1131491" y="3024465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F9D155-3663-5402-B008-CC5D228922C8}"/>
              </a:ext>
            </a:extLst>
          </p:cNvPr>
          <p:cNvSpPr/>
          <p:nvPr/>
        </p:nvSpPr>
        <p:spPr>
          <a:xfrm>
            <a:off x="1282597" y="1798717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49AEC5-F2D3-C1F5-97A2-BB748376682C}"/>
              </a:ext>
            </a:extLst>
          </p:cNvPr>
          <p:cNvSpPr/>
          <p:nvPr/>
        </p:nvSpPr>
        <p:spPr>
          <a:xfrm>
            <a:off x="1433703" y="281143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D301F2-736A-A4E6-A16C-C6F11D4A855A}"/>
              </a:ext>
            </a:extLst>
          </p:cNvPr>
          <p:cNvSpPr/>
          <p:nvPr/>
        </p:nvSpPr>
        <p:spPr>
          <a:xfrm>
            <a:off x="1584809" y="214285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A5E453-A411-7274-698F-65027533BFA5}"/>
              </a:ext>
            </a:extLst>
          </p:cNvPr>
          <p:cNvSpPr/>
          <p:nvPr/>
        </p:nvSpPr>
        <p:spPr>
          <a:xfrm>
            <a:off x="1735915" y="2346037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9997CC-76A9-3950-55BA-3CADFCD2EFB0}"/>
              </a:ext>
            </a:extLst>
          </p:cNvPr>
          <p:cNvSpPr/>
          <p:nvPr/>
        </p:nvSpPr>
        <p:spPr>
          <a:xfrm>
            <a:off x="1887021" y="2572177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76CCAE-C251-AE86-4F70-DC020B3DFC80}"/>
              </a:ext>
            </a:extLst>
          </p:cNvPr>
          <p:cNvSpPr/>
          <p:nvPr/>
        </p:nvSpPr>
        <p:spPr>
          <a:xfrm>
            <a:off x="2038127" y="193964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40E85F-275B-9589-4795-31B85F2642A9}"/>
              </a:ext>
            </a:extLst>
          </p:cNvPr>
          <p:cNvSpPr/>
          <p:nvPr/>
        </p:nvSpPr>
        <p:spPr>
          <a:xfrm>
            <a:off x="2189233" y="2939255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855075-25B8-0DB9-9816-4CD2CE352AB9}"/>
              </a:ext>
            </a:extLst>
          </p:cNvPr>
          <p:cNvSpPr/>
          <p:nvPr/>
        </p:nvSpPr>
        <p:spPr>
          <a:xfrm>
            <a:off x="2340339" y="1739723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92185-ED27-8A5E-D31B-69324A747625}"/>
              </a:ext>
            </a:extLst>
          </p:cNvPr>
          <p:cNvSpPr/>
          <p:nvPr/>
        </p:nvSpPr>
        <p:spPr>
          <a:xfrm>
            <a:off x="2491445" y="302774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9B3B6C-A43E-5581-AD66-0FE9B738C9E0}"/>
              </a:ext>
            </a:extLst>
          </p:cNvPr>
          <p:cNvSpPr/>
          <p:nvPr/>
        </p:nvSpPr>
        <p:spPr>
          <a:xfrm>
            <a:off x="2642551" y="1788882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076CAF-25F2-A62F-D71F-193B22AFC50B}"/>
              </a:ext>
            </a:extLst>
          </p:cNvPr>
          <p:cNvSpPr/>
          <p:nvPr/>
        </p:nvSpPr>
        <p:spPr>
          <a:xfrm>
            <a:off x="2793657" y="278193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133276-4F4D-EF6D-71B7-6DD23811E72D}"/>
              </a:ext>
            </a:extLst>
          </p:cNvPr>
          <p:cNvSpPr/>
          <p:nvPr/>
        </p:nvSpPr>
        <p:spPr>
          <a:xfrm>
            <a:off x="2944763" y="216578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2EF2E5-B876-23A8-A129-4934B7012EE6}"/>
              </a:ext>
            </a:extLst>
          </p:cNvPr>
          <p:cNvSpPr/>
          <p:nvPr/>
        </p:nvSpPr>
        <p:spPr>
          <a:xfrm>
            <a:off x="3095869" y="23525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6B7475-0874-6B4D-44D3-804B28B29EE3}"/>
              </a:ext>
            </a:extLst>
          </p:cNvPr>
          <p:cNvSpPr/>
          <p:nvPr/>
        </p:nvSpPr>
        <p:spPr>
          <a:xfrm>
            <a:off x="3246975" y="2624622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7944EB-97C4-87F5-E4E3-8658226AD8A3}"/>
              </a:ext>
            </a:extLst>
          </p:cNvPr>
          <p:cNvSpPr/>
          <p:nvPr/>
        </p:nvSpPr>
        <p:spPr>
          <a:xfrm>
            <a:off x="3398081" y="1978977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A6E6E5-EE72-DF33-F6E4-8680D9018AAC}"/>
              </a:ext>
            </a:extLst>
          </p:cNvPr>
          <p:cNvSpPr/>
          <p:nvPr/>
        </p:nvSpPr>
        <p:spPr>
          <a:xfrm>
            <a:off x="3549187" y="297530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A29061-DC78-8E19-B21C-0768D450F855}"/>
              </a:ext>
            </a:extLst>
          </p:cNvPr>
          <p:cNvSpPr/>
          <p:nvPr/>
        </p:nvSpPr>
        <p:spPr>
          <a:xfrm>
            <a:off x="3700293" y="172988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AE4145-EC4C-3F7C-734E-C20B8D035F8E}"/>
              </a:ext>
            </a:extLst>
          </p:cNvPr>
          <p:cNvSpPr/>
          <p:nvPr/>
        </p:nvSpPr>
        <p:spPr>
          <a:xfrm>
            <a:off x="3851399" y="3024469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87BF4B-1536-B622-D234-963576DC73C7}"/>
              </a:ext>
            </a:extLst>
          </p:cNvPr>
          <p:cNvSpPr/>
          <p:nvPr/>
        </p:nvSpPr>
        <p:spPr>
          <a:xfrm>
            <a:off x="4002505" y="1805278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4C40FBC-672F-34DB-1B28-F31EBDD6C411}"/>
              </a:ext>
            </a:extLst>
          </p:cNvPr>
          <p:cNvSpPr/>
          <p:nvPr/>
        </p:nvSpPr>
        <p:spPr>
          <a:xfrm>
            <a:off x="4153611" y="283765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D2AD121-2AF1-2BD3-A332-64BEEBED149D}"/>
              </a:ext>
            </a:extLst>
          </p:cNvPr>
          <p:cNvSpPr/>
          <p:nvPr/>
        </p:nvSpPr>
        <p:spPr>
          <a:xfrm>
            <a:off x="4304717" y="2214952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BBD8420-2612-3990-02A6-8BFCE3872209}"/>
              </a:ext>
            </a:extLst>
          </p:cNvPr>
          <p:cNvSpPr/>
          <p:nvPr/>
        </p:nvSpPr>
        <p:spPr>
          <a:xfrm>
            <a:off x="4455823" y="2378812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5B19DED-EE65-7344-6DDB-0C0B6FF5AF4A}"/>
              </a:ext>
            </a:extLst>
          </p:cNvPr>
          <p:cNvSpPr/>
          <p:nvPr/>
        </p:nvSpPr>
        <p:spPr>
          <a:xfrm>
            <a:off x="4606929" y="2549238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E7B34E-2FDB-2010-E048-8CCFF5CF351B}"/>
              </a:ext>
            </a:extLst>
          </p:cNvPr>
          <p:cNvSpPr/>
          <p:nvPr/>
        </p:nvSpPr>
        <p:spPr>
          <a:xfrm>
            <a:off x="4758035" y="2005198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6AF0667-FB85-E4F5-CE86-067AC2BA00E6}"/>
              </a:ext>
            </a:extLst>
          </p:cNvPr>
          <p:cNvSpPr/>
          <p:nvPr/>
        </p:nvSpPr>
        <p:spPr>
          <a:xfrm>
            <a:off x="4909141" y="2958870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B597FC-E960-236A-F633-261AEBA9032D}"/>
              </a:ext>
            </a:extLst>
          </p:cNvPr>
          <p:cNvSpPr/>
          <p:nvPr/>
        </p:nvSpPr>
        <p:spPr>
          <a:xfrm>
            <a:off x="5060247" y="172988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06B2426-F40D-BE33-B129-B3EDDB29E23A}"/>
              </a:ext>
            </a:extLst>
          </p:cNvPr>
          <p:cNvSpPr/>
          <p:nvPr/>
        </p:nvSpPr>
        <p:spPr>
          <a:xfrm>
            <a:off x="5211353" y="3007442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5E5F30-D929-BD9A-8A01-219E0BBC829D}"/>
              </a:ext>
            </a:extLst>
          </p:cNvPr>
          <p:cNvSpPr/>
          <p:nvPr/>
        </p:nvSpPr>
        <p:spPr>
          <a:xfrm>
            <a:off x="5362459" y="1803817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BCB809A-E8F7-85B2-0F69-556CFEB82492}"/>
              </a:ext>
            </a:extLst>
          </p:cNvPr>
          <p:cNvSpPr/>
          <p:nvPr/>
        </p:nvSpPr>
        <p:spPr>
          <a:xfrm>
            <a:off x="5513565" y="274601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18216B-5670-1FFD-0EC7-00076FA95788}"/>
              </a:ext>
            </a:extLst>
          </p:cNvPr>
          <p:cNvSpPr/>
          <p:nvPr/>
        </p:nvSpPr>
        <p:spPr>
          <a:xfrm>
            <a:off x="5664671" y="2198559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1BB1B2C-4BA5-7FBD-23BC-C8ECFFCA4D4C}"/>
              </a:ext>
            </a:extLst>
          </p:cNvPr>
          <p:cNvSpPr/>
          <p:nvPr/>
        </p:nvSpPr>
        <p:spPr>
          <a:xfrm>
            <a:off x="5815777" y="2300159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A02FA6E-1FC5-C2DF-9594-8534FE1EAC03}"/>
              </a:ext>
            </a:extLst>
          </p:cNvPr>
          <p:cNvSpPr/>
          <p:nvPr/>
        </p:nvSpPr>
        <p:spPr>
          <a:xfrm>
            <a:off x="5966883" y="267810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362F23A-9763-826C-8FBF-5FF7349820A4}"/>
              </a:ext>
            </a:extLst>
          </p:cNvPr>
          <p:cNvSpPr/>
          <p:nvPr/>
        </p:nvSpPr>
        <p:spPr>
          <a:xfrm>
            <a:off x="6117989" y="191611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6F7824A-33D5-4A06-A500-50BFC71383CA}"/>
              </a:ext>
            </a:extLst>
          </p:cNvPr>
          <p:cNvSpPr/>
          <p:nvPr/>
        </p:nvSpPr>
        <p:spPr>
          <a:xfrm>
            <a:off x="6269095" y="2987827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642EAE-49B5-9961-7B5F-55C54239E360}"/>
              </a:ext>
            </a:extLst>
          </p:cNvPr>
          <p:cNvSpPr/>
          <p:nvPr/>
        </p:nvSpPr>
        <p:spPr>
          <a:xfrm>
            <a:off x="6420201" y="171446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E9BFC16-E647-ECC2-0630-25E9E604F036}"/>
              </a:ext>
            </a:extLst>
          </p:cNvPr>
          <p:cNvSpPr/>
          <p:nvPr/>
        </p:nvSpPr>
        <p:spPr>
          <a:xfrm>
            <a:off x="6571307" y="300744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8A4D9C-5865-2342-8B69-DA2CD5A75C1A}"/>
              </a:ext>
            </a:extLst>
          </p:cNvPr>
          <p:cNvSpPr/>
          <p:nvPr/>
        </p:nvSpPr>
        <p:spPr>
          <a:xfrm>
            <a:off x="6722413" y="182115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9A0949F-361B-8A46-0ACE-F584EC1755B4}"/>
              </a:ext>
            </a:extLst>
          </p:cNvPr>
          <p:cNvSpPr/>
          <p:nvPr/>
        </p:nvSpPr>
        <p:spPr>
          <a:xfrm>
            <a:off x="6873519" y="2777885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16C8C52-877E-5DD3-BD80-51C0126BF4BC}"/>
              </a:ext>
            </a:extLst>
          </p:cNvPr>
          <p:cNvSpPr/>
          <p:nvPr/>
        </p:nvSpPr>
        <p:spPr>
          <a:xfrm>
            <a:off x="7024625" y="2167603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E9BB85A-A4BE-B4B2-A36A-71650E0D5DD9}"/>
              </a:ext>
            </a:extLst>
          </p:cNvPr>
          <p:cNvSpPr/>
          <p:nvPr/>
        </p:nvSpPr>
        <p:spPr>
          <a:xfrm>
            <a:off x="7175731" y="2300159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CA41266-5FD0-F452-0824-36E65974942D}"/>
              </a:ext>
            </a:extLst>
          </p:cNvPr>
          <p:cNvSpPr/>
          <p:nvPr/>
        </p:nvSpPr>
        <p:spPr>
          <a:xfrm>
            <a:off x="7326837" y="26208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EBE3250-B8D3-FB7B-E36A-5E6F7F9537C2}"/>
              </a:ext>
            </a:extLst>
          </p:cNvPr>
          <p:cNvSpPr/>
          <p:nvPr/>
        </p:nvSpPr>
        <p:spPr>
          <a:xfrm>
            <a:off x="7477943" y="18638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AF8B4C2-2C87-E31D-342C-BFF5B982F266}"/>
              </a:ext>
            </a:extLst>
          </p:cNvPr>
          <p:cNvSpPr/>
          <p:nvPr/>
        </p:nvSpPr>
        <p:spPr>
          <a:xfrm>
            <a:off x="7629049" y="2998202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71015A4-0F5E-0E0E-742A-C813A143761A}"/>
              </a:ext>
            </a:extLst>
          </p:cNvPr>
          <p:cNvSpPr/>
          <p:nvPr/>
        </p:nvSpPr>
        <p:spPr>
          <a:xfrm>
            <a:off x="7780155" y="1720420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A844EC0-E3D3-AF3D-9D74-D9EA60CD07F0}"/>
              </a:ext>
            </a:extLst>
          </p:cNvPr>
          <p:cNvSpPr/>
          <p:nvPr/>
        </p:nvSpPr>
        <p:spPr>
          <a:xfrm>
            <a:off x="7931267" y="3024465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6CD7762-A5D2-8348-3788-28983C5483A7}"/>
              </a:ext>
            </a:extLst>
          </p:cNvPr>
          <p:cNvCxnSpPr/>
          <p:nvPr/>
        </p:nvCxnSpPr>
        <p:spPr>
          <a:xfrm>
            <a:off x="1096100" y="2423718"/>
            <a:ext cx="6993075" cy="0"/>
          </a:xfrm>
          <a:prstGeom prst="line">
            <a:avLst/>
          </a:prstGeom>
          <a:ln w="57150">
            <a:solidFill>
              <a:schemeClr val="tx1">
                <a:lumMod val="25000"/>
                <a:lumOff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B8F8EFE-0015-42FC-60A9-0D54A64E1D36}"/>
              </a:ext>
            </a:extLst>
          </p:cNvPr>
          <p:cNvSpPr txBox="1"/>
          <p:nvPr/>
        </p:nvSpPr>
        <p:spPr>
          <a:xfrm>
            <a:off x="392853" y="873530"/>
            <a:ext cx="2831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20 Hz overlapping 11.5 Hz</a:t>
            </a:r>
            <a:endParaRPr lang="en-GB" dirty="0">
              <a:solidFill>
                <a:srgbClr val="454545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703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9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15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8" grpId="0" animBg="1"/>
      <p:bldP spid="58" grpId="1" animBg="1"/>
      <p:bldP spid="8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65EAD1-B77A-FE9A-1ECD-8BDDE2D6D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100" y="982663"/>
            <a:ext cx="6993075" cy="35512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7542-A9AF-52CD-F578-9D614479D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5EC714-E474-A394-F669-05E57900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 Hz, 200 </a:t>
            </a:r>
            <a:r>
              <a:rPr lang="en-US" dirty="0" err="1"/>
              <a:t>ms</a:t>
            </a:r>
            <a:r>
              <a:rPr lang="en-US" dirty="0"/>
              <a:t> washout time, 200ms duty cycle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90AE7F-F4E6-2DA3-3EFC-AFC2F30712A5}"/>
              </a:ext>
            </a:extLst>
          </p:cNvPr>
          <p:cNvCxnSpPr/>
          <p:nvPr/>
        </p:nvCxnSpPr>
        <p:spPr>
          <a:xfrm>
            <a:off x="1182291" y="3955153"/>
            <a:ext cx="6847284" cy="0"/>
          </a:xfrm>
          <a:prstGeom prst="straightConnector1">
            <a:avLst/>
          </a:prstGeom>
          <a:ln w="19050">
            <a:solidFill>
              <a:srgbClr val="0013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A6367A-78E3-947E-C8FC-5788FCE36D33}"/>
              </a:ext>
            </a:extLst>
          </p:cNvPr>
          <p:cNvSpPr txBox="1"/>
          <p:nvPr/>
        </p:nvSpPr>
        <p:spPr>
          <a:xfrm>
            <a:off x="1065161" y="39551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387E7-3154-FF3F-C599-F31316208B13}"/>
              </a:ext>
            </a:extLst>
          </p:cNvPr>
          <p:cNvSpPr txBox="1"/>
          <p:nvPr/>
        </p:nvSpPr>
        <p:spPr>
          <a:xfrm>
            <a:off x="7774682" y="39551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560FC-A3D4-9E1D-6E1C-35C921107047}"/>
              </a:ext>
            </a:extLst>
          </p:cNvPr>
          <p:cNvSpPr/>
          <p:nvPr/>
        </p:nvSpPr>
        <p:spPr>
          <a:xfrm>
            <a:off x="1225345" y="2378814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F9D155-3663-5402-B008-CC5D228922C8}"/>
              </a:ext>
            </a:extLst>
          </p:cNvPr>
          <p:cNvSpPr/>
          <p:nvPr/>
        </p:nvSpPr>
        <p:spPr>
          <a:xfrm>
            <a:off x="1565809" y="237881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49AEC5-F2D3-C1F5-97A2-BB748376682C}"/>
              </a:ext>
            </a:extLst>
          </p:cNvPr>
          <p:cNvSpPr/>
          <p:nvPr/>
        </p:nvSpPr>
        <p:spPr>
          <a:xfrm>
            <a:off x="1906273" y="237881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D301F2-736A-A4E6-A16C-C6F11D4A855A}"/>
              </a:ext>
            </a:extLst>
          </p:cNvPr>
          <p:cNvSpPr/>
          <p:nvPr/>
        </p:nvSpPr>
        <p:spPr>
          <a:xfrm>
            <a:off x="2246737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A5E453-A411-7274-698F-65027533BFA5}"/>
              </a:ext>
            </a:extLst>
          </p:cNvPr>
          <p:cNvSpPr/>
          <p:nvPr/>
        </p:nvSpPr>
        <p:spPr>
          <a:xfrm>
            <a:off x="2587201" y="2378814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9997CC-76A9-3950-55BA-3CADFCD2EFB0}"/>
              </a:ext>
            </a:extLst>
          </p:cNvPr>
          <p:cNvSpPr/>
          <p:nvPr/>
        </p:nvSpPr>
        <p:spPr>
          <a:xfrm>
            <a:off x="2927665" y="237881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76CCAE-C251-AE86-4F70-DC020B3DFC80}"/>
              </a:ext>
            </a:extLst>
          </p:cNvPr>
          <p:cNvSpPr/>
          <p:nvPr/>
        </p:nvSpPr>
        <p:spPr>
          <a:xfrm>
            <a:off x="3268129" y="237881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40E85F-275B-9589-4795-31B85F2642A9}"/>
              </a:ext>
            </a:extLst>
          </p:cNvPr>
          <p:cNvSpPr/>
          <p:nvPr/>
        </p:nvSpPr>
        <p:spPr>
          <a:xfrm>
            <a:off x="3608593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855075-25B8-0DB9-9816-4CD2CE352AB9}"/>
              </a:ext>
            </a:extLst>
          </p:cNvPr>
          <p:cNvSpPr/>
          <p:nvPr/>
        </p:nvSpPr>
        <p:spPr>
          <a:xfrm>
            <a:off x="3949057" y="2378814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92185-ED27-8A5E-D31B-69324A747625}"/>
              </a:ext>
            </a:extLst>
          </p:cNvPr>
          <p:cNvSpPr/>
          <p:nvPr/>
        </p:nvSpPr>
        <p:spPr>
          <a:xfrm>
            <a:off x="4289521" y="237881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9B3B6C-A43E-5581-AD66-0FE9B738C9E0}"/>
              </a:ext>
            </a:extLst>
          </p:cNvPr>
          <p:cNvSpPr/>
          <p:nvPr/>
        </p:nvSpPr>
        <p:spPr>
          <a:xfrm>
            <a:off x="4629985" y="237881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076CAF-25F2-A62F-D71F-193B22AFC50B}"/>
              </a:ext>
            </a:extLst>
          </p:cNvPr>
          <p:cNvSpPr/>
          <p:nvPr/>
        </p:nvSpPr>
        <p:spPr>
          <a:xfrm>
            <a:off x="4970449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133276-4F4D-EF6D-71B7-6DD23811E72D}"/>
              </a:ext>
            </a:extLst>
          </p:cNvPr>
          <p:cNvSpPr/>
          <p:nvPr/>
        </p:nvSpPr>
        <p:spPr>
          <a:xfrm>
            <a:off x="5310913" y="2378814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2EF2E5-B876-23A8-A129-4934B7012EE6}"/>
              </a:ext>
            </a:extLst>
          </p:cNvPr>
          <p:cNvSpPr/>
          <p:nvPr/>
        </p:nvSpPr>
        <p:spPr>
          <a:xfrm>
            <a:off x="5651377" y="237881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6B7475-0874-6B4D-44D3-804B28B29EE3}"/>
              </a:ext>
            </a:extLst>
          </p:cNvPr>
          <p:cNvSpPr/>
          <p:nvPr/>
        </p:nvSpPr>
        <p:spPr>
          <a:xfrm>
            <a:off x="5991841" y="237881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7944EB-97C4-87F5-E4E3-8658226AD8A3}"/>
              </a:ext>
            </a:extLst>
          </p:cNvPr>
          <p:cNvSpPr/>
          <p:nvPr/>
        </p:nvSpPr>
        <p:spPr>
          <a:xfrm>
            <a:off x="6332305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A6E6E5-EE72-DF33-F6E4-8680D9018AAC}"/>
              </a:ext>
            </a:extLst>
          </p:cNvPr>
          <p:cNvSpPr/>
          <p:nvPr/>
        </p:nvSpPr>
        <p:spPr>
          <a:xfrm>
            <a:off x="6672769" y="2378814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A29061-DC78-8E19-B21C-0768D450F855}"/>
              </a:ext>
            </a:extLst>
          </p:cNvPr>
          <p:cNvSpPr/>
          <p:nvPr/>
        </p:nvSpPr>
        <p:spPr>
          <a:xfrm>
            <a:off x="7013233" y="2378814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AE4145-EC4C-3F7C-734E-C20B8D035F8E}"/>
              </a:ext>
            </a:extLst>
          </p:cNvPr>
          <p:cNvSpPr/>
          <p:nvPr/>
        </p:nvSpPr>
        <p:spPr>
          <a:xfrm>
            <a:off x="7353697" y="237881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87BF4B-1536-B622-D234-963576DC73C7}"/>
              </a:ext>
            </a:extLst>
          </p:cNvPr>
          <p:cNvSpPr/>
          <p:nvPr/>
        </p:nvSpPr>
        <p:spPr>
          <a:xfrm>
            <a:off x="7694167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6CD7762-A5D2-8348-3788-28983C5483A7}"/>
              </a:ext>
            </a:extLst>
          </p:cNvPr>
          <p:cNvCxnSpPr/>
          <p:nvPr/>
        </p:nvCxnSpPr>
        <p:spPr>
          <a:xfrm>
            <a:off x="1096100" y="2423718"/>
            <a:ext cx="6993075" cy="0"/>
          </a:xfrm>
          <a:prstGeom prst="line">
            <a:avLst/>
          </a:prstGeom>
          <a:ln w="57150">
            <a:solidFill>
              <a:schemeClr val="tx1">
                <a:lumMod val="25000"/>
                <a:lumOff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B8F8EFE-0015-42FC-60A9-0D54A64E1D36}"/>
              </a:ext>
            </a:extLst>
          </p:cNvPr>
          <p:cNvSpPr txBox="1"/>
          <p:nvPr/>
        </p:nvSpPr>
        <p:spPr>
          <a:xfrm>
            <a:off x="408255" y="709522"/>
            <a:ext cx="3095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Match duty cycle to rep rate. </a:t>
            </a:r>
          </a:p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20 Hz overlapping 5 Hz</a:t>
            </a:r>
          </a:p>
        </p:txBody>
      </p:sp>
    </p:spTree>
    <p:extLst>
      <p:ext uri="{BB962C8B-B14F-4D97-AF65-F5344CB8AC3E}">
        <p14:creationId xmlns:p14="http://schemas.microsoft.com/office/powerpoint/2010/main" val="384426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65EAD1-B77A-FE9A-1ECD-8BDDE2D6D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100" y="982663"/>
            <a:ext cx="6993075" cy="35512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7542-A9AF-52CD-F578-9D614479D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5EC714-E474-A394-F669-05E57900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 Hz, 200 </a:t>
            </a:r>
            <a:r>
              <a:rPr lang="en-US" dirty="0" err="1"/>
              <a:t>ms</a:t>
            </a:r>
            <a:r>
              <a:rPr lang="en-US" dirty="0"/>
              <a:t> washout time, 50ms duty cycle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90AE7F-F4E6-2DA3-3EFC-AFC2F30712A5}"/>
              </a:ext>
            </a:extLst>
          </p:cNvPr>
          <p:cNvCxnSpPr/>
          <p:nvPr/>
        </p:nvCxnSpPr>
        <p:spPr>
          <a:xfrm>
            <a:off x="1182291" y="3955153"/>
            <a:ext cx="6847284" cy="0"/>
          </a:xfrm>
          <a:prstGeom prst="straightConnector1">
            <a:avLst/>
          </a:prstGeom>
          <a:ln w="19050">
            <a:solidFill>
              <a:srgbClr val="0013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A6367A-78E3-947E-C8FC-5788FCE36D33}"/>
              </a:ext>
            </a:extLst>
          </p:cNvPr>
          <p:cNvSpPr txBox="1"/>
          <p:nvPr/>
        </p:nvSpPr>
        <p:spPr>
          <a:xfrm>
            <a:off x="1065161" y="39551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387E7-3154-FF3F-C599-F31316208B13}"/>
              </a:ext>
            </a:extLst>
          </p:cNvPr>
          <p:cNvSpPr txBox="1"/>
          <p:nvPr/>
        </p:nvSpPr>
        <p:spPr>
          <a:xfrm>
            <a:off x="7774682" y="39551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560FC-A3D4-9E1D-6E1C-35C921107047}"/>
              </a:ext>
            </a:extLst>
          </p:cNvPr>
          <p:cNvSpPr/>
          <p:nvPr/>
        </p:nvSpPr>
        <p:spPr>
          <a:xfrm>
            <a:off x="1151063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F9D155-3663-5402-B008-CC5D228922C8}"/>
              </a:ext>
            </a:extLst>
          </p:cNvPr>
          <p:cNvSpPr/>
          <p:nvPr/>
        </p:nvSpPr>
        <p:spPr>
          <a:xfrm>
            <a:off x="1228544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49AEC5-F2D3-C1F5-97A2-BB748376682C}"/>
              </a:ext>
            </a:extLst>
          </p:cNvPr>
          <p:cNvSpPr/>
          <p:nvPr/>
        </p:nvSpPr>
        <p:spPr>
          <a:xfrm>
            <a:off x="1310332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D301F2-736A-A4E6-A16C-C6F11D4A855A}"/>
              </a:ext>
            </a:extLst>
          </p:cNvPr>
          <p:cNvSpPr/>
          <p:nvPr/>
        </p:nvSpPr>
        <p:spPr>
          <a:xfrm>
            <a:off x="1399226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A5E453-A411-7274-698F-65027533BFA5}"/>
              </a:ext>
            </a:extLst>
          </p:cNvPr>
          <p:cNvSpPr/>
          <p:nvPr/>
        </p:nvSpPr>
        <p:spPr>
          <a:xfrm>
            <a:off x="1489722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9997CC-76A9-3950-55BA-3CADFCD2EFB0}"/>
              </a:ext>
            </a:extLst>
          </p:cNvPr>
          <p:cNvSpPr/>
          <p:nvPr/>
        </p:nvSpPr>
        <p:spPr>
          <a:xfrm>
            <a:off x="1569908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76CCAE-C251-AE86-4F70-DC020B3DFC80}"/>
              </a:ext>
            </a:extLst>
          </p:cNvPr>
          <p:cNvSpPr/>
          <p:nvPr/>
        </p:nvSpPr>
        <p:spPr>
          <a:xfrm>
            <a:off x="1653260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40E85F-275B-9589-4795-31B85F2642A9}"/>
              </a:ext>
            </a:extLst>
          </p:cNvPr>
          <p:cNvSpPr/>
          <p:nvPr/>
        </p:nvSpPr>
        <p:spPr>
          <a:xfrm>
            <a:off x="1740590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855075-25B8-0DB9-9816-4CD2CE352AB9}"/>
              </a:ext>
            </a:extLst>
          </p:cNvPr>
          <p:cNvSpPr/>
          <p:nvPr/>
        </p:nvSpPr>
        <p:spPr>
          <a:xfrm>
            <a:off x="1828382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92185-ED27-8A5E-D31B-69324A747625}"/>
              </a:ext>
            </a:extLst>
          </p:cNvPr>
          <p:cNvSpPr/>
          <p:nvPr/>
        </p:nvSpPr>
        <p:spPr>
          <a:xfrm>
            <a:off x="1911272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9B3B6C-A43E-5581-AD66-0FE9B738C9E0}"/>
              </a:ext>
            </a:extLst>
          </p:cNvPr>
          <p:cNvSpPr/>
          <p:nvPr/>
        </p:nvSpPr>
        <p:spPr>
          <a:xfrm>
            <a:off x="1996188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076CAF-25F2-A62F-D71F-193B22AFC50B}"/>
              </a:ext>
            </a:extLst>
          </p:cNvPr>
          <p:cNvSpPr/>
          <p:nvPr/>
        </p:nvSpPr>
        <p:spPr>
          <a:xfrm>
            <a:off x="2081954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133276-4F4D-EF6D-71B7-6DD23811E72D}"/>
              </a:ext>
            </a:extLst>
          </p:cNvPr>
          <p:cNvSpPr/>
          <p:nvPr/>
        </p:nvSpPr>
        <p:spPr>
          <a:xfrm>
            <a:off x="2167042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2EF2E5-B876-23A8-A129-4934B7012EE6}"/>
              </a:ext>
            </a:extLst>
          </p:cNvPr>
          <p:cNvSpPr/>
          <p:nvPr/>
        </p:nvSpPr>
        <p:spPr>
          <a:xfrm>
            <a:off x="2252636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6B7475-0874-6B4D-44D3-804B28B29EE3}"/>
              </a:ext>
            </a:extLst>
          </p:cNvPr>
          <p:cNvSpPr/>
          <p:nvPr/>
        </p:nvSpPr>
        <p:spPr>
          <a:xfrm>
            <a:off x="2339116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7944EB-97C4-87F5-E4E3-8658226AD8A3}"/>
              </a:ext>
            </a:extLst>
          </p:cNvPr>
          <p:cNvSpPr/>
          <p:nvPr/>
        </p:nvSpPr>
        <p:spPr>
          <a:xfrm>
            <a:off x="2423318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A6E6E5-EE72-DF33-F6E4-8680D9018AAC}"/>
              </a:ext>
            </a:extLst>
          </p:cNvPr>
          <p:cNvSpPr/>
          <p:nvPr/>
        </p:nvSpPr>
        <p:spPr>
          <a:xfrm>
            <a:off x="2505702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A29061-DC78-8E19-B21C-0768D450F855}"/>
              </a:ext>
            </a:extLst>
          </p:cNvPr>
          <p:cNvSpPr/>
          <p:nvPr/>
        </p:nvSpPr>
        <p:spPr>
          <a:xfrm>
            <a:off x="2594000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AE4145-EC4C-3F7C-734E-C20B8D035F8E}"/>
              </a:ext>
            </a:extLst>
          </p:cNvPr>
          <p:cNvSpPr/>
          <p:nvPr/>
        </p:nvSpPr>
        <p:spPr>
          <a:xfrm>
            <a:off x="2682044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87BF4B-1536-B622-D234-963576DC73C7}"/>
              </a:ext>
            </a:extLst>
          </p:cNvPr>
          <p:cNvSpPr/>
          <p:nvPr/>
        </p:nvSpPr>
        <p:spPr>
          <a:xfrm>
            <a:off x="2764681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6CD7762-A5D2-8348-3788-28983C5483A7}"/>
              </a:ext>
            </a:extLst>
          </p:cNvPr>
          <p:cNvCxnSpPr/>
          <p:nvPr/>
        </p:nvCxnSpPr>
        <p:spPr>
          <a:xfrm>
            <a:off x="1096100" y="2410169"/>
            <a:ext cx="6993075" cy="0"/>
          </a:xfrm>
          <a:prstGeom prst="line">
            <a:avLst/>
          </a:prstGeom>
          <a:ln w="57150">
            <a:solidFill>
              <a:schemeClr val="tx1">
                <a:lumMod val="25000"/>
                <a:lumOff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B8F8EFE-0015-42FC-60A9-0D54A64E1D36}"/>
              </a:ext>
            </a:extLst>
          </p:cNvPr>
          <p:cNvSpPr txBox="1"/>
          <p:nvPr/>
        </p:nvSpPr>
        <p:spPr>
          <a:xfrm>
            <a:off x="408255" y="709522"/>
            <a:ext cx="48542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Match duty cycle to rep rate. </a:t>
            </a:r>
          </a:p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20 Hz overlapping 20 Hz</a:t>
            </a:r>
          </a:p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Potential for sync mismatch between samples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F90FB9D-772A-FBF0-D502-830428C30C52}"/>
              </a:ext>
            </a:extLst>
          </p:cNvPr>
          <p:cNvSpPr/>
          <p:nvPr/>
        </p:nvSpPr>
        <p:spPr>
          <a:xfrm>
            <a:off x="2854111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3CAF07-FBF8-D482-456C-FED0000EB274}"/>
              </a:ext>
            </a:extLst>
          </p:cNvPr>
          <p:cNvSpPr/>
          <p:nvPr/>
        </p:nvSpPr>
        <p:spPr>
          <a:xfrm>
            <a:off x="2931592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402B2-A341-C386-7116-412584303DE7}"/>
              </a:ext>
            </a:extLst>
          </p:cNvPr>
          <p:cNvSpPr/>
          <p:nvPr/>
        </p:nvSpPr>
        <p:spPr>
          <a:xfrm>
            <a:off x="3013380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1A5511-8FFF-CF0A-A82B-14C32398BFBE}"/>
              </a:ext>
            </a:extLst>
          </p:cNvPr>
          <p:cNvSpPr/>
          <p:nvPr/>
        </p:nvSpPr>
        <p:spPr>
          <a:xfrm>
            <a:off x="3102274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FCA8FD-A43F-A58F-C80D-180CE6617C03}"/>
              </a:ext>
            </a:extLst>
          </p:cNvPr>
          <p:cNvSpPr/>
          <p:nvPr/>
        </p:nvSpPr>
        <p:spPr>
          <a:xfrm>
            <a:off x="3192770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A8E26B-0C03-1FAA-A318-A9FE41CD0998}"/>
              </a:ext>
            </a:extLst>
          </p:cNvPr>
          <p:cNvSpPr/>
          <p:nvPr/>
        </p:nvSpPr>
        <p:spPr>
          <a:xfrm>
            <a:off x="3272956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1369B38-8587-269D-ED7E-5C17CB15F5E2}"/>
              </a:ext>
            </a:extLst>
          </p:cNvPr>
          <p:cNvSpPr/>
          <p:nvPr/>
        </p:nvSpPr>
        <p:spPr>
          <a:xfrm>
            <a:off x="3356308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EA4B7E8-1E45-B1C1-8C08-8171CFD41C1E}"/>
              </a:ext>
            </a:extLst>
          </p:cNvPr>
          <p:cNvSpPr/>
          <p:nvPr/>
        </p:nvSpPr>
        <p:spPr>
          <a:xfrm>
            <a:off x="3443638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DADD0B-7C1B-6B63-7860-95FF52140664}"/>
              </a:ext>
            </a:extLst>
          </p:cNvPr>
          <p:cNvSpPr/>
          <p:nvPr/>
        </p:nvSpPr>
        <p:spPr>
          <a:xfrm>
            <a:off x="3531430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399640-BB33-C48D-907B-9AC6FE38A192}"/>
              </a:ext>
            </a:extLst>
          </p:cNvPr>
          <p:cNvSpPr/>
          <p:nvPr/>
        </p:nvSpPr>
        <p:spPr>
          <a:xfrm>
            <a:off x="3614320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A228D42-E5AD-579B-681A-24CAED0A7E02}"/>
              </a:ext>
            </a:extLst>
          </p:cNvPr>
          <p:cNvSpPr/>
          <p:nvPr/>
        </p:nvSpPr>
        <p:spPr>
          <a:xfrm>
            <a:off x="3699236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E928997-3C8D-06A7-7002-9B03CB2A370D}"/>
              </a:ext>
            </a:extLst>
          </p:cNvPr>
          <p:cNvSpPr/>
          <p:nvPr/>
        </p:nvSpPr>
        <p:spPr>
          <a:xfrm>
            <a:off x="3785002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24FA854-81BC-E74C-37A9-A902B9FB8DD0}"/>
              </a:ext>
            </a:extLst>
          </p:cNvPr>
          <p:cNvSpPr/>
          <p:nvPr/>
        </p:nvSpPr>
        <p:spPr>
          <a:xfrm>
            <a:off x="3870090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A1144D-4F28-D695-CCE4-CD2B1518D0C7}"/>
              </a:ext>
            </a:extLst>
          </p:cNvPr>
          <p:cNvSpPr/>
          <p:nvPr/>
        </p:nvSpPr>
        <p:spPr>
          <a:xfrm>
            <a:off x="3955684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FAC36AD-6B7E-6795-85FF-0DE5C169FDB1}"/>
              </a:ext>
            </a:extLst>
          </p:cNvPr>
          <p:cNvSpPr/>
          <p:nvPr/>
        </p:nvSpPr>
        <p:spPr>
          <a:xfrm>
            <a:off x="4042164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C10118F-5F1C-819E-E77E-7F8011653CCE}"/>
              </a:ext>
            </a:extLst>
          </p:cNvPr>
          <p:cNvSpPr/>
          <p:nvPr/>
        </p:nvSpPr>
        <p:spPr>
          <a:xfrm>
            <a:off x="4126366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1310FF1-1E6D-2B64-C6E3-77F1A77F16B7}"/>
              </a:ext>
            </a:extLst>
          </p:cNvPr>
          <p:cNvSpPr/>
          <p:nvPr/>
        </p:nvSpPr>
        <p:spPr>
          <a:xfrm>
            <a:off x="4208750" y="302114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74CD910-8977-B63A-1D67-1FDCA677387C}"/>
              </a:ext>
            </a:extLst>
          </p:cNvPr>
          <p:cNvSpPr/>
          <p:nvPr/>
        </p:nvSpPr>
        <p:spPr>
          <a:xfrm>
            <a:off x="4297048" y="2378813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41AF177-A3DA-D642-A2A7-2D2003C514AF}"/>
              </a:ext>
            </a:extLst>
          </p:cNvPr>
          <p:cNvSpPr/>
          <p:nvPr/>
        </p:nvSpPr>
        <p:spPr>
          <a:xfrm>
            <a:off x="4385092" y="1726938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8A0AB1-C0DE-422C-9E59-B5C062DBB628}"/>
              </a:ext>
            </a:extLst>
          </p:cNvPr>
          <p:cNvSpPr/>
          <p:nvPr/>
        </p:nvSpPr>
        <p:spPr>
          <a:xfrm>
            <a:off x="4467729" y="2378814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0A91992-86AA-CD4A-9F84-DA1D75B70283}"/>
              </a:ext>
            </a:extLst>
          </p:cNvPr>
          <p:cNvSpPr/>
          <p:nvPr/>
        </p:nvSpPr>
        <p:spPr>
          <a:xfrm>
            <a:off x="4556315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8D6E721-1142-EA0F-C264-489624BB6E98}"/>
              </a:ext>
            </a:extLst>
          </p:cNvPr>
          <p:cNvSpPr/>
          <p:nvPr/>
        </p:nvSpPr>
        <p:spPr>
          <a:xfrm>
            <a:off x="4633796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201F1A8-1888-E9E9-5A93-D8CDA0C1E29F}"/>
              </a:ext>
            </a:extLst>
          </p:cNvPr>
          <p:cNvSpPr/>
          <p:nvPr/>
        </p:nvSpPr>
        <p:spPr>
          <a:xfrm>
            <a:off x="4715584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10F1B46-5337-7655-2516-784CCD6FE291}"/>
              </a:ext>
            </a:extLst>
          </p:cNvPr>
          <p:cNvSpPr/>
          <p:nvPr/>
        </p:nvSpPr>
        <p:spPr>
          <a:xfrm>
            <a:off x="4804478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65B5802-8058-C989-D025-F8BF50115CA1}"/>
              </a:ext>
            </a:extLst>
          </p:cNvPr>
          <p:cNvSpPr/>
          <p:nvPr/>
        </p:nvSpPr>
        <p:spPr>
          <a:xfrm>
            <a:off x="4894974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E7B050A-72FC-8464-91AF-05F5F5E44897}"/>
              </a:ext>
            </a:extLst>
          </p:cNvPr>
          <p:cNvSpPr/>
          <p:nvPr/>
        </p:nvSpPr>
        <p:spPr>
          <a:xfrm>
            <a:off x="4975160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846D108-5B6B-CA56-73A0-412591B2DBCD}"/>
              </a:ext>
            </a:extLst>
          </p:cNvPr>
          <p:cNvSpPr/>
          <p:nvPr/>
        </p:nvSpPr>
        <p:spPr>
          <a:xfrm>
            <a:off x="5058512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C57985D-50CB-3736-06BE-3AB073649BF3}"/>
              </a:ext>
            </a:extLst>
          </p:cNvPr>
          <p:cNvSpPr/>
          <p:nvPr/>
        </p:nvSpPr>
        <p:spPr>
          <a:xfrm>
            <a:off x="5145842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5BB4F2F-D659-6DDC-E4C6-B5872F051D50}"/>
              </a:ext>
            </a:extLst>
          </p:cNvPr>
          <p:cNvSpPr/>
          <p:nvPr/>
        </p:nvSpPr>
        <p:spPr>
          <a:xfrm>
            <a:off x="5233634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1B20016-53CC-38FE-3375-DF8F84314AD2}"/>
              </a:ext>
            </a:extLst>
          </p:cNvPr>
          <p:cNvSpPr/>
          <p:nvPr/>
        </p:nvSpPr>
        <p:spPr>
          <a:xfrm>
            <a:off x="5316524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0485BF2-2FAF-1C4D-5139-A68793C9D38A}"/>
              </a:ext>
            </a:extLst>
          </p:cNvPr>
          <p:cNvSpPr/>
          <p:nvPr/>
        </p:nvSpPr>
        <p:spPr>
          <a:xfrm>
            <a:off x="5401440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562173B-B9C8-243D-E869-7F8F8E6764B2}"/>
              </a:ext>
            </a:extLst>
          </p:cNvPr>
          <p:cNvSpPr/>
          <p:nvPr/>
        </p:nvSpPr>
        <p:spPr>
          <a:xfrm>
            <a:off x="5487206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C408A13-D4B1-D60B-5938-CE79720904D9}"/>
              </a:ext>
            </a:extLst>
          </p:cNvPr>
          <p:cNvSpPr/>
          <p:nvPr/>
        </p:nvSpPr>
        <p:spPr>
          <a:xfrm>
            <a:off x="5572294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83DE313-3C64-ED41-F1A8-86A839DCBA50}"/>
              </a:ext>
            </a:extLst>
          </p:cNvPr>
          <p:cNvSpPr/>
          <p:nvPr/>
        </p:nvSpPr>
        <p:spPr>
          <a:xfrm>
            <a:off x="5657888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2929455-9CEC-7871-19F1-5C825E3D4B02}"/>
              </a:ext>
            </a:extLst>
          </p:cNvPr>
          <p:cNvSpPr/>
          <p:nvPr/>
        </p:nvSpPr>
        <p:spPr>
          <a:xfrm>
            <a:off x="5744368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EC6979F-FFD7-B8DD-17B2-496A84A9BE1D}"/>
              </a:ext>
            </a:extLst>
          </p:cNvPr>
          <p:cNvSpPr/>
          <p:nvPr/>
        </p:nvSpPr>
        <p:spPr>
          <a:xfrm>
            <a:off x="5828570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2F6518-7671-F1E9-1506-1089476A0CBD}"/>
              </a:ext>
            </a:extLst>
          </p:cNvPr>
          <p:cNvSpPr/>
          <p:nvPr/>
        </p:nvSpPr>
        <p:spPr>
          <a:xfrm>
            <a:off x="5910954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15D644A-F746-6547-DC93-49C6D1A63F4F}"/>
              </a:ext>
            </a:extLst>
          </p:cNvPr>
          <p:cNvSpPr/>
          <p:nvPr/>
        </p:nvSpPr>
        <p:spPr>
          <a:xfrm>
            <a:off x="5999252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D25457B-DDBA-CDD0-FF09-661EFE863793}"/>
              </a:ext>
            </a:extLst>
          </p:cNvPr>
          <p:cNvSpPr/>
          <p:nvPr/>
        </p:nvSpPr>
        <p:spPr>
          <a:xfrm>
            <a:off x="6087296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1C74B80-DB05-B603-4E19-5D03CEE2B20A}"/>
              </a:ext>
            </a:extLst>
          </p:cNvPr>
          <p:cNvSpPr/>
          <p:nvPr/>
        </p:nvSpPr>
        <p:spPr>
          <a:xfrm>
            <a:off x="6169933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C4BEE53-3FD5-EB48-FC81-5430F1BE4E29}"/>
              </a:ext>
            </a:extLst>
          </p:cNvPr>
          <p:cNvSpPr/>
          <p:nvPr/>
        </p:nvSpPr>
        <p:spPr>
          <a:xfrm>
            <a:off x="6259363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16FAC3E-1813-4073-1218-AA38D6E955B5}"/>
              </a:ext>
            </a:extLst>
          </p:cNvPr>
          <p:cNvSpPr/>
          <p:nvPr/>
        </p:nvSpPr>
        <p:spPr>
          <a:xfrm>
            <a:off x="6336844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5A31-2155-BF3A-B8ED-FFDE8DE89DCE}"/>
              </a:ext>
            </a:extLst>
          </p:cNvPr>
          <p:cNvSpPr/>
          <p:nvPr/>
        </p:nvSpPr>
        <p:spPr>
          <a:xfrm>
            <a:off x="6418632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0352324-6324-D7A6-01F2-6BB686F8E872}"/>
              </a:ext>
            </a:extLst>
          </p:cNvPr>
          <p:cNvSpPr/>
          <p:nvPr/>
        </p:nvSpPr>
        <p:spPr>
          <a:xfrm>
            <a:off x="6507526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F52B068-85E4-B5B7-8DEA-3CB20A7AAA2B}"/>
              </a:ext>
            </a:extLst>
          </p:cNvPr>
          <p:cNvSpPr/>
          <p:nvPr/>
        </p:nvSpPr>
        <p:spPr>
          <a:xfrm>
            <a:off x="6598022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DE3560-FDF6-6402-A044-64C6392C679D}"/>
              </a:ext>
            </a:extLst>
          </p:cNvPr>
          <p:cNvSpPr/>
          <p:nvPr/>
        </p:nvSpPr>
        <p:spPr>
          <a:xfrm>
            <a:off x="6678208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C0F0543-1837-F651-9B32-8D83E70D3EF7}"/>
              </a:ext>
            </a:extLst>
          </p:cNvPr>
          <p:cNvSpPr/>
          <p:nvPr/>
        </p:nvSpPr>
        <p:spPr>
          <a:xfrm>
            <a:off x="6761560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1BC8283-B3BB-585B-0FAA-601AFEC4A319}"/>
              </a:ext>
            </a:extLst>
          </p:cNvPr>
          <p:cNvSpPr/>
          <p:nvPr/>
        </p:nvSpPr>
        <p:spPr>
          <a:xfrm>
            <a:off x="6848890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F031106-1933-0A0B-B68C-8CA681A0B92E}"/>
              </a:ext>
            </a:extLst>
          </p:cNvPr>
          <p:cNvSpPr/>
          <p:nvPr/>
        </p:nvSpPr>
        <p:spPr>
          <a:xfrm>
            <a:off x="6936682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E9C0BF7-10AD-1682-33FA-88A2251CF33A}"/>
              </a:ext>
            </a:extLst>
          </p:cNvPr>
          <p:cNvSpPr/>
          <p:nvPr/>
        </p:nvSpPr>
        <p:spPr>
          <a:xfrm>
            <a:off x="7019572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DDB37A5-BCF2-9BEE-F0F5-E0E19DB844E8}"/>
              </a:ext>
            </a:extLst>
          </p:cNvPr>
          <p:cNvSpPr/>
          <p:nvPr/>
        </p:nvSpPr>
        <p:spPr>
          <a:xfrm>
            <a:off x="7104488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2CA57B1-1D41-CABC-28C5-0BD63638B242}"/>
              </a:ext>
            </a:extLst>
          </p:cNvPr>
          <p:cNvSpPr/>
          <p:nvPr/>
        </p:nvSpPr>
        <p:spPr>
          <a:xfrm>
            <a:off x="7190254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4AF697C-4D62-891F-328E-B0ECF9D587C7}"/>
              </a:ext>
            </a:extLst>
          </p:cNvPr>
          <p:cNvSpPr/>
          <p:nvPr/>
        </p:nvSpPr>
        <p:spPr>
          <a:xfrm>
            <a:off x="7275342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DA9B3D8-AD35-38AA-CB92-E298C822FD00}"/>
              </a:ext>
            </a:extLst>
          </p:cNvPr>
          <p:cNvSpPr/>
          <p:nvPr/>
        </p:nvSpPr>
        <p:spPr>
          <a:xfrm>
            <a:off x="7360936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85973A3-E3E4-14EA-80CC-FA66C00E689D}"/>
              </a:ext>
            </a:extLst>
          </p:cNvPr>
          <p:cNvSpPr/>
          <p:nvPr/>
        </p:nvSpPr>
        <p:spPr>
          <a:xfrm>
            <a:off x="7447416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BA9A4F5-E39F-662F-976F-3E6FDA18568C}"/>
              </a:ext>
            </a:extLst>
          </p:cNvPr>
          <p:cNvSpPr/>
          <p:nvPr/>
        </p:nvSpPr>
        <p:spPr>
          <a:xfrm>
            <a:off x="7531618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EC3182A-13AE-F8B8-9B41-876AADFFB04F}"/>
              </a:ext>
            </a:extLst>
          </p:cNvPr>
          <p:cNvSpPr/>
          <p:nvPr/>
        </p:nvSpPr>
        <p:spPr>
          <a:xfrm>
            <a:off x="7614002" y="3007482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21012A7-7F97-A92D-0050-30E75EFCA84F}"/>
              </a:ext>
            </a:extLst>
          </p:cNvPr>
          <p:cNvSpPr/>
          <p:nvPr/>
        </p:nvSpPr>
        <p:spPr>
          <a:xfrm>
            <a:off x="7702300" y="2365149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FA32499-3E8B-5200-1070-FFA5323AF064}"/>
              </a:ext>
            </a:extLst>
          </p:cNvPr>
          <p:cNvSpPr/>
          <p:nvPr/>
        </p:nvSpPr>
        <p:spPr>
          <a:xfrm>
            <a:off x="7790344" y="1713274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C8BB52B-8954-2EF4-7CE9-794C58284242}"/>
              </a:ext>
            </a:extLst>
          </p:cNvPr>
          <p:cNvSpPr/>
          <p:nvPr/>
        </p:nvSpPr>
        <p:spPr>
          <a:xfrm>
            <a:off x="7872981" y="2365150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13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7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1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1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6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7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8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9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200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15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22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2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30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3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40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45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50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55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60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6500"/>
                            </p:stCondLst>
                            <p:childTnLst>
                              <p:par>
                                <p:cTn id="18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70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75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80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85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9000"/>
                            </p:stCondLst>
                            <p:childTnLst>
                              <p:par>
                                <p:cTn id="2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9500"/>
                            </p:stCondLst>
                            <p:childTnLst>
                              <p:par>
                                <p:cTn id="2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300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0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31000"/>
                            </p:stCondLst>
                            <p:childTnLst>
                              <p:par>
                                <p:cTn id="2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31500"/>
                            </p:stCondLst>
                            <p:childTnLst>
                              <p:par>
                                <p:cTn id="2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32000"/>
                            </p:stCondLst>
                            <p:childTnLst>
                              <p:par>
                                <p:cTn id="2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2500"/>
                            </p:stCondLst>
                            <p:childTnLst>
                              <p:par>
                                <p:cTn id="2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3000"/>
                            </p:stCondLst>
                            <p:childTnLst>
                              <p:par>
                                <p:cTn id="2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3500"/>
                            </p:stCondLst>
                            <p:childTnLst>
                              <p:par>
                                <p:cTn id="2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34000"/>
                            </p:stCondLst>
                            <p:childTnLst>
                              <p:par>
                                <p:cTn id="2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45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35000"/>
                            </p:stCondLst>
                            <p:childTnLst>
                              <p:par>
                                <p:cTn id="24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5500"/>
                            </p:stCondLst>
                            <p:childTnLst>
                              <p:par>
                                <p:cTn id="24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36000"/>
                            </p:stCondLst>
                            <p:childTnLst>
                              <p:par>
                                <p:cTn id="24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6500"/>
                            </p:stCondLst>
                            <p:childTnLst>
                              <p:par>
                                <p:cTn id="24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37000"/>
                            </p:stCondLst>
                            <p:childTnLst>
                              <p:par>
                                <p:cTn id="25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37500"/>
                            </p:stCondLst>
                            <p:childTnLst>
                              <p:par>
                                <p:cTn id="25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38000"/>
                            </p:stCondLst>
                            <p:childTnLst>
                              <p:par>
                                <p:cTn id="2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8500"/>
                            </p:stCondLst>
                            <p:childTnLst>
                              <p:par>
                                <p:cTn id="26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39000"/>
                            </p:stCondLst>
                            <p:childTnLst>
                              <p:par>
                                <p:cTn id="2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4" grpId="0"/>
      <p:bldP spid="2" grpId="0" animBg="1"/>
      <p:bldP spid="3" grpId="0" animBg="1"/>
      <p:bldP spid="3" grpId="1" animBg="1"/>
      <p:bldP spid="7" grpId="0" animBg="1"/>
      <p:bldP spid="7" grpId="1" animBg="1"/>
      <p:bldP spid="12" grpId="0" animBg="1"/>
      <p:bldP spid="12" grpId="1" animBg="1"/>
      <p:bldP spid="13" grpId="0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1" grpId="1" animBg="1"/>
      <p:bldP spid="82" grpId="0" animBg="1"/>
      <p:bldP spid="82" grpId="1" animBg="1"/>
      <p:bldP spid="85" grpId="0" animBg="1"/>
      <p:bldP spid="85" grpId="1" animBg="1"/>
      <p:bldP spid="86" grpId="0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Content Placeholder 5">
            <a:extLst>
              <a:ext uri="{FF2B5EF4-FFF2-40B4-BE49-F238E27FC236}">
                <a16:creationId xmlns:a16="http://schemas.microsoft.com/office/drawing/2014/main" id="{D4A057F2-A604-E791-3014-B015EEF3CB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17" b="76773"/>
          <a:stretch/>
        </p:blipFill>
        <p:spPr>
          <a:xfrm>
            <a:off x="1082435" y="2582862"/>
            <a:ext cx="6993075" cy="327064"/>
          </a:xfrm>
          <a:prstGeom prst="rect">
            <a:avLst/>
          </a:prstGeom>
        </p:spPr>
      </p:pic>
      <p:pic>
        <p:nvPicPr>
          <p:cNvPr id="91" name="Content Placeholder 5">
            <a:extLst>
              <a:ext uri="{FF2B5EF4-FFF2-40B4-BE49-F238E27FC236}">
                <a16:creationId xmlns:a16="http://schemas.microsoft.com/office/drawing/2014/main" id="{FC42E53F-B278-C8FC-6F54-B7EEA82BAC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17" b="76877"/>
          <a:stretch/>
        </p:blipFill>
        <p:spPr>
          <a:xfrm>
            <a:off x="1146012" y="2582862"/>
            <a:ext cx="6993075" cy="323392"/>
          </a:xfrm>
          <a:prstGeom prst="rect">
            <a:avLst/>
          </a:prstGeom>
        </p:spPr>
      </p:pic>
      <p:pic>
        <p:nvPicPr>
          <p:cNvPr id="92" name="Content Placeholder 5">
            <a:extLst>
              <a:ext uri="{FF2B5EF4-FFF2-40B4-BE49-F238E27FC236}">
                <a16:creationId xmlns:a16="http://schemas.microsoft.com/office/drawing/2014/main" id="{46922F7A-E83D-C6A7-2D23-544DCFCE16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17" b="76773"/>
          <a:stretch/>
        </p:blipFill>
        <p:spPr>
          <a:xfrm>
            <a:off x="1209589" y="2581546"/>
            <a:ext cx="6993075" cy="327064"/>
          </a:xfrm>
          <a:prstGeom prst="rect">
            <a:avLst/>
          </a:prstGeom>
        </p:spPr>
      </p:pic>
      <p:pic>
        <p:nvPicPr>
          <p:cNvPr id="93" name="Content Placeholder 5">
            <a:extLst>
              <a:ext uri="{FF2B5EF4-FFF2-40B4-BE49-F238E27FC236}">
                <a16:creationId xmlns:a16="http://schemas.microsoft.com/office/drawing/2014/main" id="{F79E580B-4E9B-EC90-0D2F-BE8395C5E0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17" b="76773"/>
          <a:stretch/>
        </p:blipFill>
        <p:spPr>
          <a:xfrm>
            <a:off x="1273165" y="2579190"/>
            <a:ext cx="6993075" cy="327064"/>
          </a:xfrm>
          <a:prstGeom prst="rect">
            <a:avLst/>
          </a:prstGeom>
        </p:spPr>
      </p:pic>
      <p:pic>
        <p:nvPicPr>
          <p:cNvPr id="94" name="Content Placeholder 5">
            <a:extLst>
              <a:ext uri="{FF2B5EF4-FFF2-40B4-BE49-F238E27FC236}">
                <a16:creationId xmlns:a16="http://schemas.microsoft.com/office/drawing/2014/main" id="{C72BF33E-1A34-24F8-45D5-E415E49AF4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017" b="76773"/>
          <a:stretch/>
        </p:blipFill>
        <p:spPr>
          <a:xfrm>
            <a:off x="1316981" y="2582862"/>
            <a:ext cx="6993075" cy="32706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65EAD1-B77A-FE9A-1ECD-8BDDE2D6D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77057"/>
          <a:stretch/>
        </p:blipFill>
        <p:spPr>
          <a:xfrm>
            <a:off x="1024693" y="2095177"/>
            <a:ext cx="6993075" cy="81475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7542-A9AF-52CD-F578-9D614479D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5EC714-E474-A394-F669-05E57900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100 Hz, 200 </a:t>
            </a:r>
            <a:r>
              <a:rPr lang="en-US" dirty="0" err="1"/>
              <a:t>ms</a:t>
            </a:r>
            <a:r>
              <a:rPr lang="en-US" dirty="0"/>
              <a:t> washout time, 50ms duty cycle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560FC-A3D4-9E1D-6E1C-35C921107047}"/>
              </a:ext>
            </a:extLst>
          </p:cNvPr>
          <p:cNvSpPr/>
          <p:nvPr/>
        </p:nvSpPr>
        <p:spPr>
          <a:xfrm>
            <a:off x="1198986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F9D155-3663-5402-B008-CC5D228922C8}"/>
              </a:ext>
            </a:extLst>
          </p:cNvPr>
          <p:cNvSpPr/>
          <p:nvPr/>
        </p:nvSpPr>
        <p:spPr>
          <a:xfrm>
            <a:off x="1276467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49AEC5-F2D3-C1F5-97A2-BB748376682C}"/>
              </a:ext>
            </a:extLst>
          </p:cNvPr>
          <p:cNvSpPr/>
          <p:nvPr/>
        </p:nvSpPr>
        <p:spPr>
          <a:xfrm>
            <a:off x="1358255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D301F2-736A-A4E6-A16C-C6F11D4A855A}"/>
              </a:ext>
            </a:extLst>
          </p:cNvPr>
          <p:cNvSpPr/>
          <p:nvPr/>
        </p:nvSpPr>
        <p:spPr>
          <a:xfrm>
            <a:off x="1447149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A5E453-A411-7274-698F-65027533BFA5}"/>
              </a:ext>
            </a:extLst>
          </p:cNvPr>
          <p:cNvSpPr/>
          <p:nvPr/>
        </p:nvSpPr>
        <p:spPr>
          <a:xfrm>
            <a:off x="153764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9997CC-76A9-3950-55BA-3CADFCD2EFB0}"/>
              </a:ext>
            </a:extLst>
          </p:cNvPr>
          <p:cNvSpPr/>
          <p:nvPr/>
        </p:nvSpPr>
        <p:spPr>
          <a:xfrm>
            <a:off x="1617831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76CCAE-C251-AE86-4F70-DC020B3DFC80}"/>
              </a:ext>
            </a:extLst>
          </p:cNvPr>
          <p:cNvSpPr/>
          <p:nvPr/>
        </p:nvSpPr>
        <p:spPr>
          <a:xfrm>
            <a:off x="1701183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40E85F-275B-9589-4795-31B85F2642A9}"/>
              </a:ext>
            </a:extLst>
          </p:cNvPr>
          <p:cNvSpPr/>
          <p:nvPr/>
        </p:nvSpPr>
        <p:spPr>
          <a:xfrm>
            <a:off x="1788513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855075-25B8-0DB9-9816-4CD2CE352AB9}"/>
              </a:ext>
            </a:extLst>
          </p:cNvPr>
          <p:cNvSpPr/>
          <p:nvPr/>
        </p:nvSpPr>
        <p:spPr>
          <a:xfrm>
            <a:off x="187630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92185-ED27-8A5E-D31B-69324A747625}"/>
              </a:ext>
            </a:extLst>
          </p:cNvPr>
          <p:cNvSpPr/>
          <p:nvPr/>
        </p:nvSpPr>
        <p:spPr>
          <a:xfrm>
            <a:off x="1959195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9B3B6C-A43E-5581-AD66-0FE9B738C9E0}"/>
              </a:ext>
            </a:extLst>
          </p:cNvPr>
          <p:cNvSpPr/>
          <p:nvPr/>
        </p:nvSpPr>
        <p:spPr>
          <a:xfrm>
            <a:off x="2044111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076CAF-25F2-A62F-D71F-193B22AFC50B}"/>
              </a:ext>
            </a:extLst>
          </p:cNvPr>
          <p:cNvSpPr/>
          <p:nvPr/>
        </p:nvSpPr>
        <p:spPr>
          <a:xfrm>
            <a:off x="2129877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133276-4F4D-EF6D-71B7-6DD23811E72D}"/>
              </a:ext>
            </a:extLst>
          </p:cNvPr>
          <p:cNvSpPr/>
          <p:nvPr/>
        </p:nvSpPr>
        <p:spPr>
          <a:xfrm>
            <a:off x="221496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2EF2E5-B876-23A8-A129-4934B7012EE6}"/>
              </a:ext>
            </a:extLst>
          </p:cNvPr>
          <p:cNvSpPr/>
          <p:nvPr/>
        </p:nvSpPr>
        <p:spPr>
          <a:xfrm>
            <a:off x="2300559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6B7475-0874-6B4D-44D3-804B28B29EE3}"/>
              </a:ext>
            </a:extLst>
          </p:cNvPr>
          <p:cNvSpPr/>
          <p:nvPr/>
        </p:nvSpPr>
        <p:spPr>
          <a:xfrm>
            <a:off x="2387039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7944EB-97C4-87F5-E4E3-8658226AD8A3}"/>
              </a:ext>
            </a:extLst>
          </p:cNvPr>
          <p:cNvSpPr/>
          <p:nvPr/>
        </p:nvSpPr>
        <p:spPr>
          <a:xfrm>
            <a:off x="2471241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A6E6E5-EE72-DF33-F6E4-8680D9018AAC}"/>
              </a:ext>
            </a:extLst>
          </p:cNvPr>
          <p:cNvSpPr/>
          <p:nvPr/>
        </p:nvSpPr>
        <p:spPr>
          <a:xfrm>
            <a:off x="255362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A29061-DC78-8E19-B21C-0768D450F855}"/>
              </a:ext>
            </a:extLst>
          </p:cNvPr>
          <p:cNvSpPr/>
          <p:nvPr/>
        </p:nvSpPr>
        <p:spPr>
          <a:xfrm>
            <a:off x="2641923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AE4145-EC4C-3F7C-734E-C20B8D035F8E}"/>
              </a:ext>
            </a:extLst>
          </p:cNvPr>
          <p:cNvSpPr/>
          <p:nvPr/>
        </p:nvSpPr>
        <p:spPr>
          <a:xfrm>
            <a:off x="2729967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87BF4B-1536-B622-D234-963576DC73C7}"/>
              </a:ext>
            </a:extLst>
          </p:cNvPr>
          <p:cNvSpPr/>
          <p:nvPr/>
        </p:nvSpPr>
        <p:spPr>
          <a:xfrm>
            <a:off x="2812604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6CD7762-A5D2-8348-3788-28983C5483A7}"/>
              </a:ext>
            </a:extLst>
          </p:cNvPr>
          <p:cNvCxnSpPr>
            <a:cxnSpLocks/>
          </p:cNvCxnSpPr>
          <p:nvPr/>
        </p:nvCxnSpPr>
        <p:spPr>
          <a:xfrm>
            <a:off x="1144023" y="2888496"/>
            <a:ext cx="6993075" cy="0"/>
          </a:xfrm>
          <a:prstGeom prst="line">
            <a:avLst/>
          </a:prstGeom>
          <a:ln w="57150">
            <a:solidFill>
              <a:schemeClr val="tx1">
                <a:lumMod val="25000"/>
                <a:lumOff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B8F8EFE-0015-42FC-60A9-0D54A64E1D36}"/>
              </a:ext>
            </a:extLst>
          </p:cNvPr>
          <p:cNvSpPr txBox="1"/>
          <p:nvPr/>
        </p:nvSpPr>
        <p:spPr>
          <a:xfrm>
            <a:off x="408255" y="709522"/>
            <a:ext cx="46442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Faster rep rate to fill in washout curve</a:t>
            </a:r>
          </a:p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100 Hz puts 5 laser shots in every duty cycle</a:t>
            </a:r>
          </a:p>
          <a:p>
            <a:r>
              <a:rPr lang="en-US" dirty="0" err="1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Maximise</a:t>
            </a:r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shots per duty cycle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F90FB9D-772A-FBF0-D502-830428C30C52}"/>
              </a:ext>
            </a:extLst>
          </p:cNvPr>
          <p:cNvSpPr/>
          <p:nvPr/>
        </p:nvSpPr>
        <p:spPr>
          <a:xfrm>
            <a:off x="2902034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83CAF07-FBF8-D482-456C-FED0000EB274}"/>
              </a:ext>
            </a:extLst>
          </p:cNvPr>
          <p:cNvSpPr/>
          <p:nvPr/>
        </p:nvSpPr>
        <p:spPr>
          <a:xfrm>
            <a:off x="2979515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5E402B2-A341-C386-7116-412584303DE7}"/>
              </a:ext>
            </a:extLst>
          </p:cNvPr>
          <p:cNvSpPr/>
          <p:nvPr/>
        </p:nvSpPr>
        <p:spPr>
          <a:xfrm>
            <a:off x="3061303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1A5511-8FFF-CF0A-A82B-14C32398BFBE}"/>
              </a:ext>
            </a:extLst>
          </p:cNvPr>
          <p:cNvSpPr/>
          <p:nvPr/>
        </p:nvSpPr>
        <p:spPr>
          <a:xfrm>
            <a:off x="3150197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AFCA8FD-A43F-A58F-C80D-180CE6617C03}"/>
              </a:ext>
            </a:extLst>
          </p:cNvPr>
          <p:cNvSpPr/>
          <p:nvPr/>
        </p:nvSpPr>
        <p:spPr>
          <a:xfrm>
            <a:off x="3240693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A8E26B-0C03-1FAA-A318-A9FE41CD0998}"/>
              </a:ext>
            </a:extLst>
          </p:cNvPr>
          <p:cNvSpPr/>
          <p:nvPr/>
        </p:nvSpPr>
        <p:spPr>
          <a:xfrm>
            <a:off x="3320879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1369B38-8587-269D-ED7E-5C17CB15F5E2}"/>
              </a:ext>
            </a:extLst>
          </p:cNvPr>
          <p:cNvSpPr/>
          <p:nvPr/>
        </p:nvSpPr>
        <p:spPr>
          <a:xfrm>
            <a:off x="3404231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EA4B7E8-1E45-B1C1-8C08-8171CFD41C1E}"/>
              </a:ext>
            </a:extLst>
          </p:cNvPr>
          <p:cNvSpPr/>
          <p:nvPr/>
        </p:nvSpPr>
        <p:spPr>
          <a:xfrm>
            <a:off x="3491561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ADADD0B-7C1B-6B63-7860-95FF52140664}"/>
              </a:ext>
            </a:extLst>
          </p:cNvPr>
          <p:cNvSpPr/>
          <p:nvPr/>
        </p:nvSpPr>
        <p:spPr>
          <a:xfrm>
            <a:off x="3579353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399640-BB33-C48D-907B-9AC6FE38A192}"/>
              </a:ext>
            </a:extLst>
          </p:cNvPr>
          <p:cNvSpPr/>
          <p:nvPr/>
        </p:nvSpPr>
        <p:spPr>
          <a:xfrm>
            <a:off x="3662243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A228D42-E5AD-579B-681A-24CAED0A7E02}"/>
              </a:ext>
            </a:extLst>
          </p:cNvPr>
          <p:cNvSpPr/>
          <p:nvPr/>
        </p:nvSpPr>
        <p:spPr>
          <a:xfrm>
            <a:off x="3747159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E928997-3C8D-06A7-7002-9B03CB2A370D}"/>
              </a:ext>
            </a:extLst>
          </p:cNvPr>
          <p:cNvSpPr/>
          <p:nvPr/>
        </p:nvSpPr>
        <p:spPr>
          <a:xfrm>
            <a:off x="3832925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24FA854-81BC-E74C-37A9-A902B9FB8DD0}"/>
              </a:ext>
            </a:extLst>
          </p:cNvPr>
          <p:cNvSpPr/>
          <p:nvPr/>
        </p:nvSpPr>
        <p:spPr>
          <a:xfrm>
            <a:off x="3918013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A1144D-4F28-D695-CCE4-CD2B1518D0C7}"/>
              </a:ext>
            </a:extLst>
          </p:cNvPr>
          <p:cNvSpPr/>
          <p:nvPr/>
        </p:nvSpPr>
        <p:spPr>
          <a:xfrm>
            <a:off x="4003607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FAC36AD-6B7E-6795-85FF-0DE5C169FDB1}"/>
              </a:ext>
            </a:extLst>
          </p:cNvPr>
          <p:cNvSpPr/>
          <p:nvPr/>
        </p:nvSpPr>
        <p:spPr>
          <a:xfrm>
            <a:off x="4090087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C10118F-5F1C-819E-E77E-7F8011653CCE}"/>
              </a:ext>
            </a:extLst>
          </p:cNvPr>
          <p:cNvSpPr/>
          <p:nvPr/>
        </p:nvSpPr>
        <p:spPr>
          <a:xfrm>
            <a:off x="4174289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1310FF1-1E6D-2B64-C6E3-77F1A77F16B7}"/>
              </a:ext>
            </a:extLst>
          </p:cNvPr>
          <p:cNvSpPr/>
          <p:nvPr/>
        </p:nvSpPr>
        <p:spPr>
          <a:xfrm>
            <a:off x="4256673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74CD910-8977-B63A-1D67-1FDCA677387C}"/>
              </a:ext>
            </a:extLst>
          </p:cNvPr>
          <p:cNvSpPr/>
          <p:nvPr/>
        </p:nvSpPr>
        <p:spPr>
          <a:xfrm>
            <a:off x="4344971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41AF177-A3DA-D642-A2A7-2D2003C514AF}"/>
              </a:ext>
            </a:extLst>
          </p:cNvPr>
          <p:cNvSpPr/>
          <p:nvPr/>
        </p:nvSpPr>
        <p:spPr>
          <a:xfrm>
            <a:off x="4433015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8A0AB1-C0DE-422C-9E59-B5C062DBB628}"/>
              </a:ext>
            </a:extLst>
          </p:cNvPr>
          <p:cNvSpPr/>
          <p:nvPr/>
        </p:nvSpPr>
        <p:spPr>
          <a:xfrm>
            <a:off x="4515652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0A91992-86AA-CD4A-9F84-DA1D75B70283}"/>
              </a:ext>
            </a:extLst>
          </p:cNvPr>
          <p:cNvSpPr/>
          <p:nvPr/>
        </p:nvSpPr>
        <p:spPr>
          <a:xfrm>
            <a:off x="4604238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8D6E721-1142-EA0F-C264-489624BB6E98}"/>
              </a:ext>
            </a:extLst>
          </p:cNvPr>
          <p:cNvSpPr/>
          <p:nvPr/>
        </p:nvSpPr>
        <p:spPr>
          <a:xfrm>
            <a:off x="4681719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201F1A8-1888-E9E9-5A93-D8CDA0C1E29F}"/>
              </a:ext>
            </a:extLst>
          </p:cNvPr>
          <p:cNvSpPr/>
          <p:nvPr/>
        </p:nvSpPr>
        <p:spPr>
          <a:xfrm>
            <a:off x="4763507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10F1B46-5337-7655-2516-784CCD6FE291}"/>
              </a:ext>
            </a:extLst>
          </p:cNvPr>
          <p:cNvSpPr/>
          <p:nvPr/>
        </p:nvSpPr>
        <p:spPr>
          <a:xfrm>
            <a:off x="4852401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65B5802-8058-C989-D025-F8BF50115CA1}"/>
              </a:ext>
            </a:extLst>
          </p:cNvPr>
          <p:cNvSpPr/>
          <p:nvPr/>
        </p:nvSpPr>
        <p:spPr>
          <a:xfrm>
            <a:off x="4942897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E7B050A-72FC-8464-91AF-05F5F5E44897}"/>
              </a:ext>
            </a:extLst>
          </p:cNvPr>
          <p:cNvSpPr/>
          <p:nvPr/>
        </p:nvSpPr>
        <p:spPr>
          <a:xfrm>
            <a:off x="5023083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846D108-5B6B-CA56-73A0-412591B2DBCD}"/>
              </a:ext>
            </a:extLst>
          </p:cNvPr>
          <p:cNvSpPr/>
          <p:nvPr/>
        </p:nvSpPr>
        <p:spPr>
          <a:xfrm>
            <a:off x="5106435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C57985D-50CB-3736-06BE-3AB073649BF3}"/>
              </a:ext>
            </a:extLst>
          </p:cNvPr>
          <p:cNvSpPr/>
          <p:nvPr/>
        </p:nvSpPr>
        <p:spPr>
          <a:xfrm>
            <a:off x="5193765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5BB4F2F-D659-6DDC-E4C6-B5872F051D50}"/>
              </a:ext>
            </a:extLst>
          </p:cNvPr>
          <p:cNvSpPr/>
          <p:nvPr/>
        </p:nvSpPr>
        <p:spPr>
          <a:xfrm>
            <a:off x="5281557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1B20016-53CC-38FE-3375-DF8F84314AD2}"/>
              </a:ext>
            </a:extLst>
          </p:cNvPr>
          <p:cNvSpPr/>
          <p:nvPr/>
        </p:nvSpPr>
        <p:spPr>
          <a:xfrm>
            <a:off x="5364447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0485BF2-2FAF-1C4D-5139-A68793C9D38A}"/>
              </a:ext>
            </a:extLst>
          </p:cNvPr>
          <p:cNvSpPr/>
          <p:nvPr/>
        </p:nvSpPr>
        <p:spPr>
          <a:xfrm>
            <a:off x="5449363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562173B-B9C8-243D-E869-7F8F8E6764B2}"/>
              </a:ext>
            </a:extLst>
          </p:cNvPr>
          <p:cNvSpPr/>
          <p:nvPr/>
        </p:nvSpPr>
        <p:spPr>
          <a:xfrm>
            <a:off x="5535129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C408A13-D4B1-D60B-5938-CE79720904D9}"/>
              </a:ext>
            </a:extLst>
          </p:cNvPr>
          <p:cNvSpPr/>
          <p:nvPr/>
        </p:nvSpPr>
        <p:spPr>
          <a:xfrm>
            <a:off x="5620217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83DE313-3C64-ED41-F1A8-86A839DCBA50}"/>
              </a:ext>
            </a:extLst>
          </p:cNvPr>
          <p:cNvSpPr/>
          <p:nvPr/>
        </p:nvSpPr>
        <p:spPr>
          <a:xfrm>
            <a:off x="5705811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2929455-9CEC-7871-19F1-5C825E3D4B02}"/>
              </a:ext>
            </a:extLst>
          </p:cNvPr>
          <p:cNvSpPr/>
          <p:nvPr/>
        </p:nvSpPr>
        <p:spPr>
          <a:xfrm>
            <a:off x="5792291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EC6979F-FFD7-B8DD-17B2-496A84A9BE1D}"/>
              </a:ext>
            </a:extLst>
          </p:cNvPr>
          <p:cNvSpPr/>
          <p:nvPr/>
        </p:nvSpPr>
        <p:spPr>
          <a:xfrm>
            <a:off x="5876493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722F6518-7671-F1E9-1506-1089476A0CBD}"/>
              </a:ext>
            </a:extLst>
          </p:cNvPr>
          <p:cNvSpPr/>
          <p:nvPr/>
        </p:nvSpPr>
        <p:spPr>
          <a:xfrm>
            <a:off x="5958877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15D644A-F746-6547-DC93-49C6D1A63F4F}"/>
              </a:ext>
            </a:extLst>
          </p:cNvPr>
          <p:cNvSpPr/>
          <p:nvPr/>
        </p:nvSpPr>
        <p:spPr>
          <a:xfrm>
            <a:off x="6047175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4D25457B-DDBA-CDD0-FF09-661EFE863793}"/>
              </a:ext>
            </a:extLst>
          </p:cNvPr>
          <p:cNvSpPr/>
          <p:nvPr/>
        </p:nvSpPr>
        <p:spPr>
          <a:xfrm>
            <a:off x="6135219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1C74B80-DB05-B603-4E19-5D03CEE2B20A}"/>
              </a:ext>
            </a:extLst>
          </p:cNvPr>
          <p:cNvSpPr/>
          <p:nvPr/>
        </p:nvSpPr>
        <p:spPr>
          <a:xfrm>
            <a:off x="6217856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AC4BEE53-3FD5-EB48-FC81-5430F1BE4E29}"/>
              </a:ext>
            </a:extLst>
          </p:cNvPr>
          <p:cNvSpPr/>
          <p:nvPr/>
        </p:nvSpPr>
        <p:spPr>
          <a:xfrm>
            <a:off x="6307286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16FAC3E-1813-4073-1218-AA38D6E955B5}"/>
              </a:ext>
            </a:extLst>
          </p:cNvPr>
          <p:cNvSpPr/>
          <p:nvPr/>
        </p:nvSpPr>
        <p:spPr>
          <a:xfrm>
            <a:off x="6384767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C9245A31-2155-BF3A-B8ED-FFDE8DE89DCE}"/>
              </a:ext>
            </a:extLst>
          </p:cNvPr>
          <p:cNvSpPr/>
          <p:nvPr/>
        </p:nvSpPr>
        <p:spPr>
          <a:xfrm>
            <a:off x="6466555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10352324-6324-D7A6-01F2-6BB686F8E872}"/>
              </a:ext>
            </a:extLst>
          </p:cNvPr>
          <p:cNvSpPr/>
          <p:nvPr/>
        </p:nvSpPr>
        <p:spPr>
          <a:xfrm>
            <a:off x="6555449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2F52B068-85E4-B5B7-8DEA-3CB20A7AAA2B}"/>
              </a:ext>
            </a:extLst>
          </p:cNvPr>
          <p:cNvSpPr/>
          <p:nvPr/>
        </p:nvSpPr>
        <p:spPr>
          <a:xfrm>
            <a:off x="664594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1DE3560-FDF6-6402-A044-64C6392C679D}"/>
              </a:ext>
            </a:extLst>
          </p:cNvPr>
          <p:cNvSpPr/>
          <p:nvPr/>
        </p:nvSpPr>
        <p:spPr>
          <a:xfrm>
            <a:off x="6726131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C0F0543-1837-F651-9B32-8D83E70D3EF7}"/>
              </a:ext>
            </a:extLst>
          </p:cNvPr>
          <p:cNvSpPr/>
          <p:nvPr/>
        </p:nvSpPr>
        <p:spPr>
          <a:xfrm>
            <a:off x="6809483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E1BC8283-B3BB-585B-0FAA-601AFEC4A319}"/>
              </a:ext>
            </a:extLst>
          </p:cNvPr>
          <p:cNvSpPr/>
          <p:nvPr/>
        </p:nvSpPr>
        <p:spPr>
          <a:xfrm>
            <a:off x="6896813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F031106-1933-0A0B-B68C-8CA681A0B92E}"/>
              </a:ext>
            </a:extLst>
          </p:cNvPr>
          <p:cNvSpPr/>
          <p:nvPr/>
        </p:nvSpPr>
        <p:spPr>
          <a:xfrm>
            <a:off x="698460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E9C0BF7-10AD-1682-33FA-88A2251CF33A}"/>
              </a:ext>
            </a:extLst>
          </p:cNvPr>
          <p:cNvSpPr/>
          <p:nvPr/>
        </p:nvSpPr>
        <p:spPr>
          <a:xfrm>
            <a:off x="7067495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DDB37A5-BCF2-9BEE-F0F5-E0E19DB844E8}"/>
              </a:ext>
            </a:extLst>
          </p:cNvPr>
          <p:cNvSpPr/>
          <p:nvPr/>
        </p:nvSpPr>
        <p:spPr>
          <a:xfrm>
            <a:off x="7152411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2CA57B1-1D41-CABC-28C5-0BD63638B242}"/>
              </a:ext>
            </a:extLst>
          </p:cNvPr>
          <p:cNvSpPr/>
          <p:nvPr/>
        </p:nvSpPr>
        <p:spPr>
          <a:xfrm>
            <a:off x="7238177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E4AF697C-4D62-891F-328E-B0ECF9D587C7}"/>
              </a:ext>
            </a:extLst>
          </p:cNvPr>
          <p:cNvSpPr/>
          <p:nvPr/>
        </p:nvSpPr>
        <p:spPr>
          <a:xfrm>
            <a:off x="732326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EDA9B3D8-AD35-38AA-CB92-E298C822FD00}"/>
              </a:ext>
            </a:extLst>
          </p:cNvPr>
          <p:cNvSpPr/>
          <p:nvPr/>
        </p:nvSpPr>
        <p:spPr>
          <a:xfrm>
            <a:off x="7408859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85973A3-E3E4-14EA-80CC-FA66C00E689D}"/>
              </a:ext>
            </a:extLst>
          </p:cNvPr>
          <p:cNvSpPr/>
          <p:nvPr/>
        </p:nvSpPr>
        <p:spPr>
          <a:xfrm>
            <a:off x="7495339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BA9A4F5-E39F-662F-976F-3E6FDA18568C}"/>
              </a:ext>
            </a:extLst>
          </p:cNvPr>
          <p:cNvSpPr/>
          <p:nvPr/>
        </p:nvSpPr>
        <p:spPr>
          <a:xfrm>
            <a:off x="7579541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EC3182A-13AE-F8B8-9B41-876AADFFB04F}"/>
              </a:ext>
            </a:extLst>
          </p:cNvPr>
          <p:cNvSpPr/>
          <p:nvPr/>
        </p:nvSpPr>
        <p:spPr>
          <a:xfrm>
            <a:off x="7661925" y="2837696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B21012A7-7F97-A92D-0050-30E75EFCA84F}"/>
              </a:ext>
            </a:extLst>
          </p:cNvPr>
          <p:cNvSpPr/>
          <p:nvPr/>
        </p:nvSpPr>
        <p:spPr>
          <a:xfrm>
            <a:off x="7750223" y="2837696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FA32499-3E8B-5200-1070-FFA5323AF064}"/>
              </a:ext>
            </a:extLst>
          </p:cNvPr>
          <p:cNvSpPr/>
          <p:nvPr/>
        </p:nvSpPr>
        <p:spPr>
          <a:xfrm>
            <a:off x="7838267" y="2837696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3C8BB52B-8954-2EF4-7CE9-794C58284242}"/>
              </a:ext>
            </a:extLst>
          </p:cNvPr>
          <p:cNvSpPr/>
          <p:nvPr/>
        </p:nvSpPr>
        <p:spPr>
          <a:xfrm>
            <a:off x="7920904" y="2837696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937642B-D0C1-7AB3-2E46-1247457ACFDB}"/>
              </a:ext>
            </a:extLst>
          </p:cNvPr>
          <p:cNvSpPr txBox="1"/>
          <p:nvPr/>
        </p:nvSpPr>
        <p:spPr>
          <a:xfrm>
            <a:off x="1065161" y="39551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GB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FAB9A07-50EC-DF1A-AF05-F246699DD4EB}"/>
              </a:ext>
            </a:extLst>
          </p:cNvPr>
          <p:cNvSpPr txBox="1"/>
          <p:nvPr/>
        </p:nvSpPr>
        <p:spPr>
          <a:xfrm>
            <a:off x="7774682" y="39551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</a:t>
            </a:r>
            <a:endParaRPr lang="en-GB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073B2B5-59AB-3747-D327-95DEBE747205}"/>
              </a:ext>
            </a:extLst>
          </p:cNvPr>
          <p:cNvCxnSpPr/>
          <p:nvPr/>
        </p:nvCxnSpPr>
        <p:spPr>
          <a:xfrm>
            <a:off x="1182291" y="3955153"/>
            <a:ext cx="6847284" cy="0"/>
          </a:xfrm>
          <a:prstGeom prst="straightConnector1">
            <a:avLst/>
          </a:prstGeom>
          <a:ln w="19050">
            <a:solidFill>
              <a:srgbClr val="0013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12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7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90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5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2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30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4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50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5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60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6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70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80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85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9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215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20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25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230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23500"/>
                            </p:stCondLst>
                            <p:childTnLst>
                              <p:par>
                                <p:cTn id="18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40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45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250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255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26000"/>
                            </p:stCondLst>
                            <p:childTnLst>
                              <p:par>
                                <p:cTn id="2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6500"/>
                            </p:stCondLst>
                            <p:childTnLst>
                              <p:par>
                                <p:cTn id="2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7000"/>
                            </p:stCondLst>
                            <p:childTnLst>
                              <p:par>
                                <p:cTn id="2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7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28000"/>
                            </p:stCondLst>
                            <p:childTnLst>
                              <p:par>
                                <p:cTn id="2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8500"/>
                            </p:stCondLst>
                            <p:childTnLst>
                              <p:par>
                                <p:cTn id="2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29000"/>
                            </p:stCondLst>
                            <p:childTnLst>
                              <p:par>
                                <p:cTn id="2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29500"/>
                            </p:stCondLst>
                            <p:childTnLst>
                              <p:par>
                                <p:cTn id="2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30000"/>
                            </p:stCondLst>
                            <p:childTnLst>
                              <p:par>
                                <p:cTn id="2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0500"/>
                            </p:stCondLst>
                            <p:childTnLst>
                              <p:par>
                                <p:cTn id="2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31000"/>
                            </p:stCondLst>
                            <p:childTnLst>
                              <p:par>
                                <p:cTn id="2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1500"/>
                            </p:stCondLst>
                            <p:childTnLst>
                              <p:par>
                                <p:cTn id="23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32000"/>
                            </p:stCondLst>
                            <p:childTnLst>
                              <p:par>
                                <p:cTn id="24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2500"/>
                            </p:stCondLst>
                            <p:childTnLst>
                              <p:par>
                                <p:cTn id="24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33000"/>
                            </p:stCondLst>
                            <p:childTnLst>
                              <p:par>
                                <p:cTn id="24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3500"/>
                            </p:stCondLst>
                            <p:childTnLst>
                              <p:par>
                                <p:cTn id="24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34000"/>
                            </p:stCondLst>
                            <p:childTnLst>
                              <p:par>
                                <p:cTn id="25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34500"/>
                            </p:stCondLst>
                            <p:childTnLst>
                              <p:par>
                                <p:cTn id="25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35000"/>
                            </p:stCondLst>
                            <p:childTnLst>
                              <p:par>
                                <p:cTn id="2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5500"/>
                            </p:stCondLst>
                            <p:childTnLst>
                              <p:par>
                                <p:cTn id="26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36000"/>
                            </p:stCondLst>
                            <p:childTnLst>
                              <p:par>
                                <p:cTn id="26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36500"/>
                            </p:stCondLst>
                            <p:childTnLst>
                              <p:par>
                                <p:cTn id="26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37000"/>
                            </p:stCondLst>
                            <p:childTnLst>
                              <p:par>
                                <p:cTn id="27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7500"/>
                            </p:stCondLst>
                            <p:childTnLst>
                              <p:par>
                                <p:cTn id="27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38000"/>
                            </p:stCondLst>
                            <p:childTnLst>
                              <p:par>
                                <p:cTn id="27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38500"/>
                            </p:stCondLst>
                            <p:childTnLst>
                              <p:par>
                                <p:cTn id="27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39000"/>
                            </p:stCondLst>
                            <p:childTnLst>
                              <p:par>
                                <p:cTn id="28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84" grpId="0" build="p"/>
      <p:bldP spid="2" grpId="0" animBg="1"/>
      <p:bldP spid="3" grpId="0" animBg="1"/>
      <p:bldP spid="3" grpId="1" animBg="1"/>
      <p:bldP spid="7" grpId="0" animBg="1"/>
      <p:bldP spid="7" grpId="1" animBg="1"/>
      <p:bldP spid="12" grpId="0" animBg="1"/>
      <p:bldP spid="12" grpId="1" animBg="1"/>
      <p:bldP spid="13" grpId="0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  <p:bldP spid="60" grpId="0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9" grpId="0" animBg="1"/>
      <p:bldP spid="69" grpId="1" animBg="1"/>
      <p:bldP spid="70" grpId="0" animBg="1"/>
      <p:bldP spid="70" grpId="1" animBg="1"/>
      <p:bldP spid="71" grpId="0" animBg="1"/>
      <p:bldP spid="71" grpId="1" animBg="1"/>
      <p:bldP spid="72" grpId="0" animBg="1"/>
      <p:bldP spid="73" grpId="0" animBg="1"/>
      <p:bldP spid="73" grpId="1" animBg="1"/>
      <p:bldP spid="74" grpId="0" animBg="1"/>
      <p:bldP spid="74" grpId="1" animBg="1"/>
      <p:bldP spid="75" grpId="0" animBg="1"/>
      <p:bldP spid="75" grpId="1" animBg="1"/>
      <p:bldP spid="76" grpId="0" animBg="1"/>
      <p:bldP spid="77" grpId="0" animBg="1"/>
      <p:bldP spid="77" grpId="1" animBg="1"/>
      <p:bldP spid="78" grpId="0" animBg="1"/>
      <p:bldP spid="78" grpId="1" animBg="1"/>
      <p:bldP spid="79" grpId="0" animBg="1"/>
      <p:bldP spid="79" grpId="1" animBg="1"/>
      <p:bldP spid="80" grpId="0" animBg="1"/>
      <p:bldP spid="81" grpId="0" animBg="1"/>
      <p:bldP spid="81" grpId="1" animBg="1"/>
      <p:bldP spid="82" grpId="0" animBg="1"/>
      <p:bldP spid="82" grpId="1" animBg="1"/>
      <p:bldP spid="85" grpId="0" animBg="1"/>
      <p:bldP spid="85" grpId="1" animBg="1"/>
      <p:bldP spid="86" grpId="0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5" grpId="0"/>
      <p:bldP spid="9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29FCF81-9EF9-B617-1164-D05C21CEE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100" y="1788882"/>
            <a:ext cx="6993075" cy="355123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7542-A9AF-52CD-F578-9D614479D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5EC714-E474-A394-F669-05E57900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 Hz, 1000 </a:t>
            </a:r>
            <a:r>
              <a:rPr lang="en-US" dirty="0" err="1"/>
              <a:t>ms</a:t>
            </a:r>
            <a:r>
              <a:rPr lang="en-US" dirty="0"/>
              <a:t> washout time, 87ms duty cycle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90AE7F-F4E6-2DA3-3EFC-AFC2F30712A5}"/>
              </a:ext>
            </a:extLst>
          </p:cNvPr>
          <p:cNvCxnSpPr/>
          <p:nvPr/>
        </p:nvCxnSpPr>
        <p:spPr>
          <a:xfrm>
            <a:off x="1182291" y="3955153"/>
            <a:ext cx="6847284" cy="0"/>
          </a:xfrm>
          <a:prstGeom prst="straightConnector1">
            <a:avLst/>
          </a:prstGeom>
          <a:ln w="19050">
            <a:solidFill>
              <a:srgbClr val="0013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A6367A-78E3-947E-C8FC-5788FCE36D33}"/>
              </a:ext>
            </a:extLst>
          </p:cNvPr>
          <p:cNvSpPr txBox="1"/>
          <p:nvPr/>
        </p:nvSpPr>
        <p:spPr>
          <a:xfrm>
            <a:off x="1065161" y="39551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8387E7-3154-FF3F-C599-F31316208B13}"/>
              </a:ext>
            </a:extLst>
          </p:cNvPr>
          <p:cNvSpPr txBox="1"/>
          <p:nvPr/>
        </p:nvSpPr>
        <p:spPr>
          <a:xfrm>
            <a:off x="7774682" y="3955153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1s</a:t>
            </a:r>
            <a:endParaRPr lang="en-GB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3560FC-A3D4-9E1D-6E1C-35C921107047}"/>
              </a:ext>
            </a:extLst>
          </p:cNvPr>
          <p:cNvSpPr/>
          <p:nvPr/>
        </p:nvSpPr>
        <p:spPr>
          <a:xfrm>
            <a:off x="1131491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F9D155-3663-5402-B008-CC5D228922C8}"/>
              </a:ext>
            </a:extLst>
          </p:cNvPr>
          <p:cNvSpPr/>
          <p:nvPr/>
        </p:nvSpPr>
        <p:spPr>
          <a:xfrm>
            <a:off x="1282597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849AEC5-F2D3-C1F5-97A2-BB748376682C}"/>
              </a:ext>
            </a:extLst>
          </p:cNvPr>
          <p:cNvSpPr/>
          <p:nvPr/>
        </p:nvSpPr>
        <p:spPr>
          <a:xfrm>
            <a:off x="1433703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7D301F2-736A-A4E6-A16C-C6F11D4A855A}"/>
              </a:ext>
            </a:extLst>
          </p:cNvPr>
          <p:cNvSpPr/>
          <p:nvPr/>
        </p:nvSpPr>
        <p:spPr>
          <a:xfrm>
            <a:off x="1584809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A5E453-A411-7274-698F-65027533BFA5}"/>
              </a:ext>
            </a:extLst>
          </p:cNvPr>
          <p:cNvSpPr/>
          <p:nvPr/>
        </p:nvSpPr>
        <p:spPr>
          <a:xfrm>
            <a:off x="1735915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9997CC-76A9-3950-55BA-3CADFCD2EFB0}"/>
              </a:ext>
            </a:extLst>
          </p:cNvPr>
          <p:cNvSpPr/>
          <p:nvPr/>
        </p:nvSpPr>
        <p:spPr>
          <a:xfrm>
            <a:off x="1887021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76CCAE-C251-AE86-4F70-DC020B3DFC80}"/>
              </a:ext>
            </a:extLst>
          </p:cNvPr>
          <p:cNvSpPr/>
          <p:nvPr/>
        </p:nvSpPr>
        <p:spPr>
          <a:xfrm>
            <a:off x="2038127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840E85F-275B-9589-4795-31B85F2642A9}"/>
              </a:ext>
            </a:extLst>
          </p:cNvPr>
          <p:cNvSpPr/>
          <p:nvPr/>
        </p:nvSpPr>
        <p:spPr>
          <a:xfrm>
            <a:off x="2189233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855075-25B8-0DB9-9816-4CD2CE352AB9}"/>
              </a:ext>
            </a:extLst>
          </p:cNvPr>
          <p:cNvSpPr/>
          <p:nvPr/>
        </p:nvSpPr>
        <p:spPr>
          <a:xfrm>
            <a:off x="2340339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D92185-ED27-8A5E-D31B-69324A747625}"/>
              </a:ext>
            </a:extLst>
          </p:cNvPr>
          <p:cNvSpPr/>
          <p:nvPr/>
        </p:nvSpPr>
        <p:spPr>
          <a:xfrm>
            <a:off x="2491445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9B3B6C-A43E-5581-AD66-0FE9B738C9E0}"/>
              </a:ext>
            </a:extLst>
          </p:cNvPr>
          <p:cNvSpPr/>
          <p:nvPr/>
        </p:nvSpPr>
        <p:spPr>
          <a:xfrm>
            <a:off x="2642551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D076CAF-25F2-A62F-D71F-193B22AFC50B}"/>
              </a:ext>
            </a:extLst>
          </p:cNvPr>
          <p:cNvSpPr/>
          <p:nvPr/>
        </p:nvSpPr>
        <p:spPr>
          <a:xfrm>
            <a:off x="2793657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1133276-4F4D-EF6D-71B7-6DD23811E72D}"/>
              </a:ext>
            </a:extLst>
          </p:cNvPr>
          <p:cNvSpPr/>
          <p:nvPr/>
        </p:nvSpPr>
        <p:spPr>
          <a:xfrm>
            <a:off x="2944763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2EF2E5-B876-23A8-A129-4934B7012EE6}"/>
              </a:ext>
            </a:extLst>
          </p:cNvPr>
          <p:cNvSpPr/>
          <p:nvPr/>
        </p:nvSpPr>
        <p:spPr>
          <a:xfrm>
            <a:off x="3095869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6B7475-0874-6B4D-44D3-804B28B29EE3}"/>
              </a:ext>
            </a:extLst>
          </p:cNvPr>
          <p:cNvSpPr/>
          <p:nvPr/>
        </p:nvSpPr>
        <p:spPr>
          <a:xfrm>
            <a:off x="3246975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07944EB-97C4-87F5-E4E3-8658226AD8A3}"/>
              </a:ext>
            </a:extLst>
          </p:cNvPr>
          <p:cNvSpPr/>
          <p:nvPr/>
        </p:nvSpPr>
        <p:spPr>
          <a:xfrm>
            <a:off x="3398081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4A6E6E5-EE72-DF33-F6E4-8680D9018AAC}"/>
              </a:ext>
            </a:extLst>
          </p:cNvPr>
          <p:cNvSpPr/>
          <p:nvPr/>
        </p:nvSpPr>
        <p:spPr>
          <a:xfrm>
            <a:off x="3549187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3A29061-DC78-8E19-B21C-0768D450F855}"/>
              </a:ext>
            </a:extLst>
          </p:cNvPr>
          <p:cNvSpPr/>
          <p:nvPr/>
        </p:nvSpPr>
        <p:spPr>
          <a:xfrm>
            <a:off x="3700293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2AE4145-EC4C-3F7C-734E-C20B8D035F8E}"/>
              </a:ext>
            </a:extLst>
          </p:cNvPr>
          <p:cNvSpPr/>
          <p:nvPr/>
        </p:nvSpPr>
        <p:spPr>
          <a:xfrm>
            <a:off x="3851399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E87BF4B-1536-B622-D234-963576DC73C7}"/>
              </a:ext>
            </a:extLst>
          </p:cNvPr>
          <p:cNvSpPr/>
          <p:nvPr/>
        </p:nvSpPr>
        <p:spPr>
          <a:xfrm>
            <a:off x="4002505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4C40FBC-672F-34DB-1B28-F31EBDD6C411}"/>
              </a:ext>
            </a:extLst>
          </p:cNvPr>
          <p:cNvSpPr/>
          <p:nvPr/>
        </p:nvSpPr>
        <p:spPr>
          <a:xfrm>
            <a:off x="4153611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D2AD121-2AF1-2BD3-A332-64BEEBED149D}"/>
              </a:ext>
            </a:extLst>
          </p:cNvPr>
          <p:cNvSpPr/>
          <p:nvPr/>
        </p:nvSpPr>
        <p:spPr>
          <a:xfrm>
            <a:off x="4304717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BBD8420-2612-3990-02A6-8BFCE3872209}"/>
              </a:ext>
            </a:extLst>
          </p:cNvPr>
          <p:cNvSpPr/>
          <p:nvPr/>
        </p:nvSpPr>
        <p:spPr>
          <a:xfrm>
            <a:off x="4455823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5B19DED-EE65-7344-6DDB-0C0B6FF5AF4A}"/>
              </a:ext>
            </a:extLst>
          </p:cNvPr>
          <p:cNvSpPr/>
          <p:nvPr/>
        </p:nvSpPr>
        <p:spPr>
          <a:xfrm>
            <a:off x="4606929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0E7B34E-2FDB-2010-E048-8CCFF5CF351B}"/>
              </a:ext>
            </a:extLst>
          </p:cNvPr>
          <p:cNvSpPr/>
          <p:nvPr/>
        </p:nvSpPr>
        <p:spPr>
          <a:xfrm>
            <a:off x="4758035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6AF0667-FB85-E4F5-CE86-067AC2BA00E6}"/>
              </a:ext>
            </a:extLst>
          </p:cNvPr>
          <p:cNvSpPr/>
          <p:nvPr/>
        </p:nvSpPr>
        <p:spPr>
          <a:xfrm>
            <a:off x="4909141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CB597FC-E960-236A-F633-261AEBA9032D}"/>
              </a:ext>
            </a:extLst>
          </p:cNvPr>
          <p:cNvSpPr/>
          <p:nvPr/>
        </p:nvSpPr>
        <p:spPr>
          <a:xfrm>
            <a:off x="5060247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06B2426-F40D-BE33-B129-B3EDDB29E23A}"/>
              </a:ext>
            </a:extLst>
          </p:cNvPr>
          <p:cNvSpPr/>
          <p:nvPr/>
        </p:nvSpPr>
        <p:spPr>
          <a:xfrm>
            <a:off x="5211353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25E5F30-D929-BD9A-8A01-219E0BBC829D}"/>
              </a:ext>
            </a:extLst>
          </p:cNvPr>
          <p:cNvSpPr/>
          <p:nvPr/>
        </p:nvSpPr>
        <p:spPr>
          <a:xfrm>
            <a:off x="5362459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BCB809A-E8F7-85B2-0F69-556CFEB82492}"/>
              </a:ext>
            </a:extLst>
          </p:cNvPr>
          <p:cNvSpPr/>
          <p:nvPr/>
        </p:nvSpPr>
        <p:spPr>
          <a:xfrm>
            <a:off x="5513565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18216B-5670-1FFD-0EC7-00076FA95788}"/>
              </a:ext>
            </a:extLst>
          </p:cNvPr>
          <p:cNvSpPr/>
          <p:nvPr/>
        </p:nvSpPr>
        <p:spPr>
          <a:xfrm>
            <a:off x="5664671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1BB1B2C-4BA5-7FBD-23BC-C8ECFFCA4D4C}"/>
              </a:ext>
            </a:extLst>
          </p:cNvPr>
          <p:cNvSpPr/>
          <p:nvPr/>
        </p:nvSpPr>
        <p:spPr>
          <a:xfrm>
            <a:off x="5815777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A02FA6E-1FC5-C2DF-9594-8534FE1EAC03}"/>
              </a:ext>
            </a:extLst>
          </p:cNvPr>
          <p:cNvSpPr/>
          <p:nvPr/>
        </p:nvSpPr>
        <p:spPr>
          <a:xfrm>
            <a:off x="5966883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362F23A-9763-826C-8FBF-5FF7349820A4}"/>
              </a:ext>
            </a:extLst>
          </p:cNvPr>
          <p:cNvSpPr/>
          <p:nvPr/>
        </p:nvSpPr>
        <p:spPr>
          <a:xfrm>
            <a:off x="6117989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6F7824A-33D5-4A06-A500-50BFC71383CA}"/>
              </a:ext>
            </a:extLst>
          </p:cNvPr>
          <p:cNvSpPr/>
          <p:nvPr/>
        </p:nvSpPr>
        <p:spPr>
          <a:xfrm>
            <a:off x="6269095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A642EAE-49B5-9961-7B5F-55C54239E360}"/>
              </a:ext>
            </a:extLst>
          </p:cNvPr>
          <p:cNvSpPr/>
          <p:nvPr/>
        </p:nvSpPr>
        <p:spPr>
          <a:xfrm>
            <a:off x="6420201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E9BFC16-E647-ECC2-0630-25E9E604F036}"/>
              </a:ext>
            </a:extLst>
          </p:cNvPr>
          <p:cNvSpPr/>
          <p:nvPr/>
        </p:nvSpPr>
        <p:spPr>
          <a:xfrm>
            <a:off x="6571307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B8A4D9C-5865-2342-8B69-DA2CD5A75C1A}"/>
              </a:ext>
            </a:extLst>
          </p:cNvPr>
          <p:cNvSpPr/>
          <p:nvPr/>
        </p:nvSpPr>
        <p:spPr>
          <a:xfrm>
            <a:off x="6722413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9A0949F-361B-8A46-0ACE-F584EC1755B4}"/>
              </a:ext>
            </a:extLst>
          </p:cNvPr>
          <p:cNvSpPr/>
          <p:nvPr/>
        </p:nvSpPr>
        <p:spPr>
          <a:xfrm>
            <a:off x="6873519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16C8C52-877E-5DD3-BD80-51C0126BF4BC}"/>
              </a:ext>
            </a:extLst>
          </p:cNvPr>
          <p:cNvSpPr/>
          <p:nvPr/>
        </p:nvSpPr>
        <p:spPr>
          <a:xfrm>
            <a:off x="7024625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E9BB85A-A4BE-B4B2-A36A-71650E0D5DD9}"/>
              </a:ext>
            </a:extLst>
          </p:cNvPr>
          <p:cNvSpPr/>
          <p:nvPr/>
        </p:nvSpPr>
        <p:spPr>
          <a:xfrm>
            <a:off x="7175731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CA41266-5FD0-F452-0824-36E65974942D}"/>
              </a:ext>
            </a:extLst>
          </p:cNvPr>
          <p:cNvSpPr/>
          <p:nvPr/>
        </p:nvSpPr>
        <p:spPr>
          <a:xfrm>
            <a:off x="7326837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EBE3250-B8D3-FB7B-E36A-5E6F7F9537C2}"/>
              </a:ext>
            </a:extLst>
          </p:cNvPr>
          <p:cNvSpPr/>
          <p:nvPr/>
        </p:nvSpPr>
        <p:spPr>
          <a:xfrm>
            <a:off x="7477943" y="2371101"/>
            <a:ext cx="101600" cy="101600"/>
          </a:xfrm>
          <a:prstGeom prst="ellipse">
            <a:avLst/>
          </a:prstGeom>
          <a:solidFill>
            <a:srgbClr val="FF00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AF8B4C2-2C87-E31D-342C-BFF5B982F266}"/>
              </a:ext>
            </a:extLst>
          </p:cNvPr>
          <p:cNvSpPr/>
          <p:nvPr/>
        </p:nvSpPr>
        <p:spPr>
          <a:xfrm>
            <a:off x="7629049" y="2371101"/>
            <a:ext cx="101600" cy="101600"/>
          </a:xfrm>
          <a:prstGeom prst="ellipse">
            <a:avLst/>
          </a:prstGeom>
          <a:solidFill>
            <a:srgbClr val="7030A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71015A4-0F5E-0E0E-742A-C813A143761A}"/>
              </a:ext>
            </a:extLst>
          </p:cNvPr>
          <p:cNvSpPr/>
          <p:nvPr/>
        </p:nvSpPr>
        <p:spPr>
          <a:xfrm>
            <a:off x="7780155" y="2371101"/>
            <a:ext cx="101600" cy="101600"/>
          </a:xfrm>
          <a:prstGeom prst="ellipse">
            <a:avLst/>
          </a:prstGeom>
          <a:solidFill>
            <a:srgbClr val="FFFF0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A844EC0-E3D3-AF3D-9D74-D9EA60CD07F0}"/>
              </a:ext>
            </a:extLst>
          </p:cNvPr>
          <p:cNvSpPr/>
          <p:nvPr/>
        </p:nvSpPr>
        <p:spPr>
          <a:xfrm>
            <a:off x="7931267" y="2371101"/>
            <a:ext cx="101600" cy="101600"/>
          </a:xfrm>
          <a:prstGeom prst="ellipse">
            <a:avLst/>
          </a:prstGeom>
          <a:solidFill>
            <a:srgbClr val="00B050"/>
          </a:solidFill>
          <a:ln>
            <a:solidFill>
              <a:srgbClr val="0013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B6CD7762-A5D2-8348-3788-28983C5483A7}"/>
              </a:ext>
            </a:extLst>
          </p:cNvPr>
          <p:cNvCxnSpPr/>
          <p:nvPr/>
        </p:nvCxnSpPr>
        <p:spPr>
          <a:xfrm>
            <a:off x="1096100" y="2423718"/>
            <a:ext cx="6993075" cy="0"/>
          </a:xfrm>
          <a:prstGeom prst="line">
            <a:avLst/>
          </a:prstGeom>
          <a:ln w="57150">
            <a:solidFill>
              <a:schemeClr val="tx1">
                <a:lumMod val="25000"/>
                <a:lumOff val="75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CB8F8EFE-0015-42FC-60A9-0D54A64E1D36}"/>
              </a:ext>
            </a:extLst>
          </p:cNvPr>
          <p:cNvSpPr txBox="1"/>
          <p:nvPr/>
        </p:nvSpPr>
        <p:spPr>
          <a:xfrm>
            <a:off x="392853" y="873530"/>
            <a:ext cx="5378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Slow down washout speed.</a:t>
            </a:r>
          </a:p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20 Hz at low amplitude – lost in noise of ICPMS</a:t>
            </a:r>
          </a:p>
          <a:p>
            <a:r>
              <a:rPr lang="en-US" dirty="0">
                <a:solidFill>
                  <a:srgbClr val="454545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Beware of “smearing” – signal under washout curve,</a:t>
            </a:r>
            <a:endParaRPr lang="en-GB" dirty="0">
              <a:solidFill>
                <a:srgbClr val="454545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16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0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0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500"/>
                            </p:stCondLst>
                            <p:childTnLst>
                              <p:par>
                                <p:cTn id="8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10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0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5000"/>
                            </p:stCondLst>
                            <p:childTnLst>
                              <p:par>
                                <p:cTn id="11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600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650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70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7500"/>
                            </p:stCondLst>
                            <p:childTnLst>
                              <p:par>
                                <p:cTn id="1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8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85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90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95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000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05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21000"/>
                            </p:stCondLst>
                            <p:childTnLst>
                              <p:par>
                                <p:cTn id="15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15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2000"/>
                            </p:stCondLst>
                            <p:childTnLst>
                              <p:par>
                                <p:cTn id="15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8" grpId="0" animBg="1"/>
      <p:bldP spid="58" grpId="1" animBg="1"/>
      <p:bldP spid="8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4F855C-114A-D688-1BC5-1335A6BAA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ctr">
              <a:buFont typeface="+mj-lt"/>
              <a:buAutoNum type="arabicPeriod"/>
            </a:pPr>
            <a:endParaRPr lang="en-US" sz="2400" dirty="0"/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/>
              <a:t>Higher repetition rate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/>
              <a:t>Match ICPMS duty cycle to laser rep rate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sz="2400" dirty="0"/>
              <a:t>Use slower washout speed</a:t>
            </a:r>
            <a:endParaRPr lang="en-GB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23C4DE-66E9-23B8-7335-94564A994E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ESL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C8423-B99B-1430-F716-60507F8D06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9218691-B6B3-984B-5121-E9428F36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Solutions to Aliasing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5063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5491F4-AE44-DD05-F11B-B36AAF269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200" dirty="0"/>
              <a:t>rhutchinson@icpms.com</a:t>
            </a:r>
          </a:p>
          <a:p>
            <a:pPr algn="ctr"/>
            <a:r>
              <a:rPr lang="en-US" sz="3200" dirty="0"/>
              <a:t>iolite@icpms.com</a:t>
            </a:r>
          </a:p>
          <a:p>
            <a:pPr algn="ctr"/>
            <a:r>
              <a:rPr lang="en-US" sz="3200" dirty="0"/>
              <a:t>laserapps@icpms.com</a:t>
            </a:r>
          </a:p>
          <a:p>
            <a:pPr algn="ctr"/>
            <a:endParaRPr lang="en-GB" sz="3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82932-139F-6158-067A-F8E2E94995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ESL Confidential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E048D-C086-578E-1608-AB96135B58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507C01-C1B2-4ABE-BF2D-D59E4039736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861E43B-8955-0C6D-BC68-00C97968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22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ESI 2015">
      <a:dk1>
        <a:srgbClr val="001347"/>
      </a:dk1>
      <a:lt1>
        <a:srgbClr val="FFFFFF"/>
      </a:lt1>
      <a:dk2>
        <a:srgbClr val="001347"/>
      </a:dk2>
      <a:lt2>
        <a:srgbClr val="FFFFFF"/>
      </a:lt2>
      <a:accent1>
        <a:srgbClr val="0080BB"/>
      </a:accent1>
      <a:accent2>
        <a:srgbClr val="FFC000"/>
      </a:accent2>
      <a:accent3>
        <a:srgbClr val="B1C529"/>
      </a:accent3>
      <a:accent4>
        <a:srgbClr val="ACA66D"/>
      </a:accent4>
      <a:accent5>
        <a:srgbClr val="ABA4CE"/>
      </a:accent5>
      <a:accent6>
        <a:srgbClr val="C8D5DD"/>
      </a:accent6>
      <a:hlink>
        <a:srgbClr val="0000CC"/>
      </a:hlink>
      <a:folHlink>
        <a:srgbClr val="7030A0"/>
      </a:folHlink>
    </a:clrScheme>
    <a:fontScheme name="ESI 2015 Font">
      <a:majorFont>
        <a:latin typeface="HelveticaNeueLT Std"/>
        <a:ea typeface=""/>
        <a:cs typeface=""/>
      </a:majorFont>
      <a:minorFont>
        <a:latin typeface="HelveticaNeueLT Std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SI 2015 Wide FINAL.potx" id="{0214D9E6-5310-4F66-B4D7-60C408C85B11}" vid="{3EF2BF8C-A553-4276-AC86-60DD92771D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ESI 2015 Wide FINAL</Template>
  <TotalTime>61721</TotalTime>
  <Words>272</Words>
  <Application>Microsoft Office PowerPoint</Application>
  <PresentationFormat>Custom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Courier New</vt:lpstr>
      <vt:lpstr>Helvetica Neue Light</vt:lpstr>
      <vt:lpstr>HelveticaNeueLT Std</vt:lpstr>
      <vt:lpstr>Roboto Light</vt:lpstr>
      <vt:lpstr>Office Theme</vt:lpstr>
      <vt:lpstr>Aliasing of Data</vt:lpstr>
      <vt:lpstr>20 Hz, 200 ms washout time, 87ms duty cycle</vt:lpstr>
      <vt:lpstr>20 Hz, 200 ms washout time, 200ms duty cycle</vt:lpstr>
      <vt:lpstr>20 Hz, 200 ms washout time, 50ms duty cycle</vt:lpstr>
      <vt:lpstr>100 Hz, 200 ms washout time, 50ms duty cycle</vt:lpstr>
      <vt:lpstr>20 Hz, 1000 ms washout time, 87ms duty cycle</vt:lpstr>
      <vt:lpstr>Solutions to Aliasing</vt:lpstr>
      <vt:lpstr>PowerPoint Presentation</vt:lpstr>
    </vt:vector>
  </TitlesOfParts>
  <Company>Electro Scientific Industries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 Hutchinson</dc:creator>
  <cp:lastModifiedBy>Rob Hutchinson</cp:lastModifiedBy>
  <cp:revision>230</cp:revision>
  <cp:lastPrinted>2015-03-11T18:40:38Z</cp:lastPrinted>
  <dcterms:created xsi:type="dcterms:W3CDTF">2016-08-18T07:52:15Z</dcterms:created>
  <dcterms:modified xsi:type="dcterms:W3CDTF">2024-02-21T14:17:03Z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223718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D6.2.5</vt:lpwstr>
  </property>
</Properties>
</file>